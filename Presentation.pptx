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2" r:id="rId4"/>
    <p:sldId id="267" r:id="rId5"/>
    <p:sldId id="290" r:id="rId6"/>
    <p:sldId id="291" r:id="rId7"/>
    <p:sldId id="292" r:id="rId8"/>
    <p:sldId id="293" r:id="rId9"/>
    <p:sldId id="298" r:id="rId10"/>
    <p:sldId id="297" r:id="rId11"/>
    <p:sldId id="299" r:id="rId12"/>
    <p:sldId id="301" r:id="rId13"/>
    <p:sldId id="300" r:id="rId14"/>
    <p:sldId id="294" r:id="rId15"/>
    <p:sldId id="295" r:id="rId16"/>
    <p:sldId id="296" r:id="rId17"/>
    <p:sldId id="289" r:id="rId18"/>
    <p:sldId id="288" r:id="rId19"/>
    <p:sldId id="260" r:id="rId20"/>
    <p:sldId id="269" r:id="rId21"/>
    <p:sldId id="262" r:id="rId22"/>
    <p:sldId id="263" r:id="rId23"/>
    <p:sldId id="264" r:id="rId24"/>
    <p:sldId id="265" r:id="rId25"/>
    <p:sldId id="271" r:id="rId26"/>
    <p:sldId id="272" r:id="rId27"/>
    <p:sldId id="273" r:id="rId28"/>
    <p:sldId id="274" r:id="rId29"/>
    <p:sldId id="275" r:id="rId30"/>
    <p:sldId id="278" r:id="rId31"/>
    <p:sldId id="279" r:id="rId32"/>
    <p:sldId id="281" r:id="rId33"/>
    <p:sldId id="280" r:id="rId34"/>
    <p:sldId id="283" r:id="rId35"/>
    <p:sldId id="284" r:id="rId36"/>
    <p:sldId id="285" r:id="rId37"/>
    <p:sldId id="286" r:id="rId38"/>
    <p:sldId id="276" r:id="rId39"/>
    <p:sldId id="277" r:id="rId40"/>
    <p:sldId id="266" r:id="rId41"/>
    <p:sldId id="259" r:id="rId42"/>
    <p:sldId id="287" r:id="rId43"/>
    <p:sldId id="26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4167-DBDF-DBF8-B420-2D17B83FA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4E975-2763-D936-394A-D0455C845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83CF-6A03-37F9-E3C9-14CB155B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B8DEB-6440-A189-DC0E-DF1F9F59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B49C3-A1CE-AC46-3DA5-2071E258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9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A028-A8F6-CE06-FE62-63F812CBD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2C1E1-7470-30EC-EC67-34BA56550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233AA-6C02-2406-E4AA-A8A4BA5E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44B99-E0CF-6D7C-F167-AE4E5E64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B920C-BA01-870D-07A8-326611D7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83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8B01-3AFA-E5EE-791E-E9255924D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F3A0-FFF5-68A2-B834-F6728250E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4F51-16AA-7807-B7B5-C5381458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2ACC-884A-6FEB-19A6-926B4FE4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E8AF6-75B0-E759-CDB8-4BFBC31C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13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0F8B-59AE-AD0F-A54B-1CF702F2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F4F2-D6F4-D87D-3F35-B8D1C0E85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A0627-3303-DA8B-763D-85D62A8E8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577D-BFFB-B770-A2E2-22CE19B3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02E03-7F93-842E-93D6-D7FF95C9E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5C950-35BD-EC6F-2639-540A22D4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95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3CBE-3B71-B21D-AC91-0E63047DF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33D5C-9B47-19CF-4D80-3483513AA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9251B-AF36-4414-0460-1E2E69EF9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5B4E2-36D6-8C47-92E4-014D2D885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E5AE5-4308-6400-69A4-E627400C8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00DF1-793A-168B-47BF-4FB71DEA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9C01F-E4BB-C7E1-7109-220A78C8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F238F-A048-8C17-0A9F-15DF3974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82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839E-B788-D43F-0BDC-9A86D77C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F0227-D164-38AE-CF77-9779480B7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D2128-2CAB-FA5A-B37D-0C4B6638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F4208-3215-53F3-5B84-AA441140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505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B48CE-E5E6-7FEB-947B-45A3B801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614FA-85AE-974A-8BC0-8695FF62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CE0F2-2367-EB67-B553-7AD853EF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87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D418-AF2D-CC71-EAF5-07CC575B4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E7F0-C607-9E66-D05A-BD3952698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CF5F0-E9A3-3E2B-709B-EB9D226BE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6C867-59E3-74EA-3721-3C354F1B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E9876-C39D-D9B1-627F-6E6A37EE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87746-09D8-8940-EB7A-497D3ACC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44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81EE-D77D-0C79-9CF3-9B7555647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2F5BD-2E52-18A7-7ADE-76A71A2F0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12260-27BB-F0C9-607C-F88BDB75C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2A5C5-FDC4-8C47-44FA-FE3A5986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5891C-9909-B8B0-5346-472D2D38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7952D-E5B4-A3DE-4348-DDC0242F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7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C6CC-0F32-0D82-E251-13F87FA8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F8147-CC32-36FF-AE1B-09ADE0075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C172A-2F3B-8D41-9F14-ACC2BD6E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4DA8-3CCA-08B8-4910-B6E1A4D2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00CD9-C19B-DB52-EA83-E5F798ED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56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3C60F-74C1-10D3-F776-5EEDDA0B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FFB84-3F2C-FA0F-BA37-4462A31B6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B3DC1-6393-DEFB-FBCB-68C49515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55F7-A3FE-65BF-FF66-41E2F6F5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23194-9912-2813-9397-AEDEA686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690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A617A-02CE-ED03-0BE8-ABF68C6F8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57B52-8480-293C-D7E4-13BBBC85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89B15-320C-D83D-C267-7EFDF8F78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69812-ED44-41C6-9D06-A9BE1AD74418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4CCF1-DCCC-1378-0D14-12026C07D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C12E5-BBDE-AA1E-2AF9-749613C9A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26C8B-7BC8-4936-9550-952E0148A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30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55716C-188C-45ED-C385-8E215D713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561" y="1494577"/>
            <a:ext cx="10676878" cy="3868846"/>
          </a:xfrm>
        </p:spPr>
        <p:txBody>
          <a:bodyPr>
            <a:normAutofit/>
          </a:bodyPr>
          <a:lstStyle/>
          <a:p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DESIGN THINKING ASSIGNMENT</a:t>
            </a:r>
            <a:b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</a:br>
            <a:b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</a:br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LOST AND FOUND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22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3611-A02F-3B2D-5D53-647A971E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PROBLEM STATEMENT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C5A48-3B07-F76A-283C-4281F697A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889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n w="63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• Students often loose their belongings in the  	vast college campus</a:t>
            </a:r>
          </a:p>
          <a:p>
            <a:pPr marL="0" indent="0">
              <a:buNone/>
            </a:pPr>
            <a:endParaRPr lang="en-US" b="1" dirty="0">
              <a:ln w="6350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indent="0">
              <a:buNone/>
            </a:pPr>
            <a:r>
              <a:rPr lang="en-US" b="1" dirty="0">
                <a:ln w="63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• Finding it again takes quite the effort </a:t>
            </a:r>
          </a:p>
          <a:p>
            <a:pPr marL="0" indent="0">
              <a:buNone/>
            </a:pPr>
            <a:endParaRPr lang="en-US" b="1" dirty="0">
              <a:ln w="6350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indent="0">
              <a:buNone/>
            </a:pPr>
            <a:r>
              <a:rPr lang="en-US" b="1" dirty="0">
                <a:ln w="63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• Brute force searching is not always a preferable option </a:t>
            </a:r>
          </a:p>
          <a:p>
            <a:pPr marL="0" indent="0">
              <a:buNone/>
            </a:pPr>
            <a:endParaRPr lang="en-US" b="1" dirty="0">
              <a:ln w="6350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indent="0">
              <a:buNone/>
            </a:pPr>
            <a:r>
              <a:rPr lang="en-US" b="1" dirty="0">
                <a:ln w="63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• Therefore, there must exist a system where students can report items they find in random places, while the person who lost it can get to know about it through the same system, in a much more reliable manner</a:t>
            </a:r>
            <a:endParaRPr lang="en-IN" b="1" dirty="0">
              <a:ln w="6350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43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43FB40-F959-A4E0-D931-870D984EB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1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382F7-D935-6170-13E9-B0276C54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82012C-3450-62FA-5C45-CFD7E7B5E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2825" y="2762250"/>
            <a:ext cx="5086350" cy="1333500"/>
          </a:xfrm>
        </p:spPr>
        <p:txBody>
          <a:bodyPr>
            <a:normAutofit/>
          </a:bodyPr>
          <a:lstStyle/>
          <a:p>
            <a:r>
              <a:rPr lang="en-US" sz="8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FRONT END</a:t>
            </a:r>
            <a:endParaRPr lang="en-IN" sz="8000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139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BED5D5-3891-7F57-B52B-EA0E4F2DA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2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2589D-B95E-9600-B673-A3135158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5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8CF191-C458-CFE1-8459-C870DD4B8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D7B05C-48BB-093F-AA25-2081DC640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0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6D4FDE-7973-149B-AAB7-1538186E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8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6F456-ACBF-8800-9174-A89E8143F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8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AA55B-D0DB-BE2E-7C72-6ED582034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3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68258-02A2-6625-673D-0B75A1341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17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F70B1-D319-2F61-6EB1-6AA560142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77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A4F83B-F37E-9FE0-46BC-0CB89480E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46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9E07DF-1FD7-F258-1788-D9F20FCB3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07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514C42-9BD1-DA42-7EC3-049986440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7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00C5-1D80-8C4B-924A-190EBA5A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B4FF9C-D07C-6F08-0063-9844C1CA6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2825" y="2762250"/>
            <a:ext cx="5086350" cy="1333500"/>
          </a:xfrm>
        </p:spPr>
        <p:txBody>
          <a:bodyPr>
            <a:normAutofit/>
          </a:bodyPr>
          <a:lstStyle/>
          <a:p>
            <a:r>
              <a:rPr lang="en-US" sz="8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BACK END</a:t>
            </a:r>
            <a:endParaRPr lang="en-IN" sz="8000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77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9D6C0-C632-B484-FB6F-D6184ADC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C23574-1068-131B-22F0-55A621C5C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925" y="2886075"/>
            <a:ext cx="9582150" cy="1085850"/>
          </a:xfrm>
        </p:spPr>
        <p:txBody>
          <a:bodyPr>
            <a:normAutofit/>
          </a:bodyPr>
          <a:lstStyle/>
          <a:p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Home_Page.py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022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A59339-5DFB-51C8-7482-6D8C989CE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"/>
            <a:ext cx="12188694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44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1A1F-96CA-4373-5FDB-D44365A8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16D4B6-C5B9-5D7D-3109-05542B091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925" y="2886075"/>
            <a:ext cx="9582150" cy="1085850"/>
          </a:xfrm>
        </p:spPr>
        <p:txBody>
          <a:bodyPr>
            <a:normAutofit/>
          </a:bodyPr>
          <a:lstStyle/>
          <a:p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Report_Page.py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787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DCEFE7-ECAA-910A-57F9-4EE7F5CD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991"/>
            <a:ext cx="12192000" cy="634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67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79266D-C0E8-F43E-B259-A618FE35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11" y="184150"/>
            <a:ext cx="12204311" cy="648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06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90D7C6-736B-C318-2820-9EB5467D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85"/>
          <a:stretch>
            <a:fillRect/>
          </a:stretch>
        </p:blipFill>
        <p:spPr>
          <a:xfrm>
            <a:off x="-1" y="323850"/>
            <a:ext cx="12192001" cy="641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6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BEA20B-0576-22ED-5D42-41B58E29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61"/>
          <a:stretch>
            <a:fillRect/>
          </a:stretch>
        </p:blipFill>
        <p:spPr>
          <a:xfrm>
            <a:off x="0" y="0"/>
            <a:ext cx="10785126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96BE62-E6D3-EF8D-2D26-235A31E846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45"/>
          <a:stretch>
            <a:fillRect/>
          </a:stretch>
        </p:blipFill>
        <p:spPr>
          <a:xfrm>
            <a:off x="7484523" y="4295774"/>
            <a:ext cx="4707477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47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0A14-36A7-2D72-9C2A-1D2BF683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9B997-7BBA-90F4-85E5-E115C9B16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925" y="2886075"/>
            <a:ext cx="9582150" cy="1085850"/>
          </a:xfrm>
        </p:spPr>
        <p:txBody>
          <a:bodyPr>
            <a:normAutofit/>
          </a:bodyPr>
          <a:lstStyle/>
          <a:p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Search_Page.py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139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667BC6-5E2B-4D6B-787D-F37BA496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11"/>
          <a:stretch>
            <a:fillRect/>
          </a:stretch>
        </p:blipFill>
        <p:spPr>
          <a:xfrm>
            <a:off x="0" y="276537"/>
            <a:ext cx="12192000" cy="6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64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3E67-7D60-C3B4-CD6C-799AC444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B89B8E-4251-7F5F-91F0-AA5219043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887"/>
            <a:ext cx="1218892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54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3517F-0C0C-DFCC-4E24-630FBAF2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6AEF7E-372C-5DF7-0847-4BDA1DE55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075"/>
            <a:ext cx="12191823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3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2B49C-D9C0-9D01-B24D-BD620FD3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6951EA-304F-627F-14FA-0DC9FB095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287"/>
            <a:ext cx="12175350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8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5C9C62B2-C19D-19FB-18EB-09030B36460D}"/>
              </a:ext>
            </a:extLst>
          </p:cNvPr>
          <p:cNvSpPr txBox="1">
            <a:spLocks/>
          </p:cNvSpPr>
          <p:nvPr/>
        </p:nvSpPr>
        <p:spPr>
          <a:xfrm>
            <a:off x="1076325" y="2919412"/>
            <a:ext cx="10039350" cy="101917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View_Reports_Page.py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28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CE36EF-1048-7918-419A-5E140C7B6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257175"/>
            <a:ext cx="12191294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80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6402A1-4679-D700-A33E-CD90DA18E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86"/>
          <a:stretch>
            <a:fillRect/>
          </a:stretch>
        </p:blipFill>
        <p:spPr>
          <a:xfrm>
            <a:off x="511198" y="0"/>
            <a:ext cx="11169603" cy="683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76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53FB1C-1F5B-75EC-9CD0-9F7B5F39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4421"/>
            <a:ext cx="10906125" cy="682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40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F5359FC3-4FD4-828E-8438-94D795E66752}"/>
              </a:ext>
            </a:extLst>
          </p:cNvPr>
          <p:cNvSpPr txBox="1">
            <a:spLocks/>
          </p:cNvSpPr>
          <p:nvPr/>
        </p:nvSpPr>
        <p:spPr>
          <a:xfrm>
            <a:off x="571500" y="3143250"/>
            <a:ext cx="11049000" cy="93345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Search_Results_Page.py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1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30654A-D961-2708-614F-B5C111238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" y="233362"/>
            <a:ext cx="12180711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51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A24E29-6A06-15F4-4F0E-10E7B5D20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49"/>
            <a:ext cx="12192000" cy="637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70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BAD046-95BD-DD23-700B-DCD6C7955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926"/>
          <a:stretch>
            <a:fillRect/>
          </a:stretch>
        </p:blipFill>
        <p:spPr>
          <a:xfrm>
            <a:off x="3028950" y="1004176"/>
            <a:ext cx="6134100" cy="484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01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9FAE70D5-4379-96D4-A7EA-70BD4670632F}"/>
              </a:ext>
            </a:extLst>
          </p:cNvPr>
          <p:cNvSpPr txBox="1">
            <a:spLocks/>
          </p:cNvSpPr>
          <p:nvPr/>
        </p:nvSpPr>
        <p:spPr>
          <a:xfrm>
            <a:off x="1304925" y="2886075"/>
            <a:ext cx="9582150" cy="10858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History_Page.py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98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F7DCA4-5FA2-2CDD-77BD-434876B72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0"/>
            <a:ext cx="8686800" cy="687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2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28DB4E5-7D71-6B70-5C20-4DA435E6DEE7}"/>
              </a:ext>
            </a:extLst>
          </p:cNvPr>
          <p:cNvSpPr txBox="1">
            <a:spLocks/>
          </p:cNvSpPr>
          <p:nvPr/>
        </p:nvSpPr>
        <p:spPr>
          <a:xfrm>
            <a:off x="1304925" y="2886075"/>
            <a:ext cx="9582150" cy="10858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Datalink.py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182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087974-99C6-9B69-6C28-5059701C9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0"/>
            <a:ext cx="11134725" cy="685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366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84F412-3DBB-7DD9-4339-394521304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798698"/>
            <a:ext cx="1162050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normalizeH="0" baseline="0" dirty="0">
                <a:ln w="317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The application can be developed into a web or mobile application for easier access across different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600" b="1" i="0" u="none" strike="noStrike" normalizeH="0" baseline="0" dirty="0">
              <a:ln w="3175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normalizeH="0" baseline="0" dirty="0">
                <a:ln w="317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An advanced image-matching system can be implemented to compare uploaded pictures and improve the accuracy of search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600" b="1" i="0" u="none" strike="noStrike" normalizeH="0" baseline="0" dirty="0">
              <a:ln w="3175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normalizeH="0" baseline="0" dirty="0">
                <a:ln w="317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Notifications can be added to alert users when a potential match for their lost or found item is identified.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600" b="1" i="0" u="none" strike="noStrike" normalizeH="0" baseline="0" dirty="0">
              <a:ln w="3175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normalizeH="0" baseline="0" dirty="0">
                <a:ln w="317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Location-based searching can be introduced using maps and GPS to improve the accuracy of area-based matching.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600" b="1" i="0" u="none" strike="noStrike" normalizeH="0" baseline="0" dirty="0">
              <a:ln w="3175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normalizeH="0" baseline="0" dirty="0">
                <a:ln w="317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User authentication can be added to provide secure accounts and protect user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sz="1600" b="1" i="0" u="none" strike="noStrike" normalizeH="0" baseline="0" dirty="0">
              <a:ln w="3175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OCR A Extended" panose="02010509020102010303" pitchFamily="5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1" i="0" u="none" strike="noStrike" normalizeH="0" baseline="0" dirty="0">
                <a:ln w="317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OCR A Extended" panose="02010509020102010303" pitchFamily="50" charset="0"/>
              </a:rPr>
              <a:t>The search algorithm can be further enhanced using machine learning to provide more accurate and intelligent matching.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00F9F0F5-6D13-BEA5-FD4F-A519FEAAEFA5}"/>
              </a:ext>
            </a:extLst>
          </p:cNvPr>
          <p:cNvSpPr txBox="1">
            <a:spLocks/>
          </p:cNvSpPr>
          <p:nvPr/>
        </p:nvSpPr>
        <p:spPr>
          <a:xfrm>
            <a:off x="1304925" y="596542"/>
            <a:ext cx="9582150" cy="65722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Future Enhancements</a:t>
            </a:r>
            <a:endParaRPr lang="en-IN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976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217612AA-7AD8-BC6B-BB7B-569071CEFD39}"/>
              </a:ext>
            </a:extLst>
          </p:cNvPr>
          <p:cNvSpPr txBox="1">
            <a:spLocks/>
          </p:cNvSpPr>
          <p:nvPr/>
        </p:nvSpPr>
        <p:spPr>
          <a:xfrm>
            <a:off x="1304925" y="2886075"/>
            <a:ext cx="9582150" cy="10858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ockwell Extra Bold" panose="02060903040505020403" pitchFamily="18" charset="0"/>
              </a:rPr>
              <a:t>THANK  YOU</a:t>
            </a:r>
            <a:endParaRPr lang="en-IN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67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233</Words>
  <Application>Microsoft Office PowerPoint</Application>
  <PresentationFormat>Widescreen</PresentationFormat>
  <Paragraphs>31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Impact</vt:lpstr>
      <vt:lpstr>OCR A Extended</vt:lpstr>
      <vt:lpstr>Rockwell Extra Bold</vt:lpstr>
      <vt:lpstr>Office Theme</vt:lpstr>
      <vt:lpstr>DESIGN THINKING ASSIGNMENT  LOST AND FOUND</vt:lpstr>
      <vt:lpstr>PROBLEM STATEMENT</vt:lpstr>
      <vt:lpstr>PowerPoint Presentation</vt:lpstr>
      <vt:lpstr>FRONT 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END</vt:lpstr>
      <vt:lpstr>Home_Page.py</vt:lpstr>
      <vt:lpstr>PowerPoint Presentation</vt:lpstr>
      <vt:lpstr>Report_Page.py</vt:lpstr>
      <vt:lpstr>PowerPoint Presentation</vt:lpstr>
      <vt:lpstr>PowerPoint Presentation</vt:lpstr>
      <vt:lpstr>PowerPoint Presentation</vt:lpstr>
      <vt:lpstr>PowerPoint Presentation</vt:lpstr>
      <vt:lpstr>Search_Page.py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KNIGHT RAPTORIS</dc:creator>
  <cp:lastModifiedBy>KNIGHT RAPTORIS</cp:lastModifiedBy>
  <cp:revision>37</cp:revision>
  <dcterms:created xsi:type="dcterms:W3CDTF">2026-09-17T16:26:51Z</dcterms:created>
  <dcterms:modified xsi:type="dcterms:W3CDTF">2026-09-17T17:28:55Z</dcterms:modified>
</cp:coreProperties>
</file>