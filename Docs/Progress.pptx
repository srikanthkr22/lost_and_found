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087A-9E50-456D-9AD6-5036E060E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FFB7E-EA05-D216-3D3A-8B3F6B9F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2CDA4-02AE-1ADF-8699-F45A81C1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A6DA-F391-F21A-60C7-E94CB4B6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20888-E795-DE49-BCE5-EB412AC7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7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FBDF-7007-B3BE-5E5A-79127B5B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7DBB-F37F-D6A4-27EC-F4F679F5B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DF2C-A36D-8653-CF71-29F0FB5A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B3CD-1CF5-A978-B31F-B89B88C0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7EC82-80C3-86EE-1A3E-A1B0B50E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2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1F72-5696-1774-0FAC-A833F5AE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8D083-26EB-775C-926E-A6AF88966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301F1-493D-484F-4FD2-8C132910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B14E-6BDB-83E6-1D18-28E4C6F3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F0911-9C23-DB0E-AB46-416D3DE5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463D-F735-F6D3-DBC1-BD1B8774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F74D-1D08-33E8-F220-F2DBE6B66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DDEF5-3336-6C32-53A5-9099C7FAB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D3024-52E0-407F-B799-562E92E1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8F4B9-975C-FEBF-4070-5BAB2576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92FE8-6B5D-E521-5BE0-B8E1668C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35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EF3E-0F7D-E494-DBD3-F41A2AF2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5B829-E402-5310-3A68-14DD0AA67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DA176-04AE-7057-6643-9E2E2FCFA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9A9CE-F5B5-E28C-B758-FF4B7A5AB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9D411-5785-FDD4-C7E2-52A6A89BB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7EDD9-B79A-476B-C376-A0B6EDBE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A361C-35D4-91DC-63D6-949A53A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AA863-BB59-6DE2-7105-4CDD957C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64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66AC-7A9C-10D3-D8C2-4EA180E9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D3F99-733F-CEBC-28E9-1302C693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38070-896F-20F0-0999-3AD0DE90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B4D55-7071-4649-BAFC-DB354065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5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AAAE8-786D-A69C-1963-8CC2FFF1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602B5-DF00-F7F1-11DC-9A02A2DD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FF5ED-B15E-2120-5683-B5DBB20D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07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1CB7-7963-5950-395A-10475D35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C83B-664D-9390-F8F6-AAF059E7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5F894-E6EB-FFA5-4A15-9110D448B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B39A5-A7BB-36B4-32C1-0C20EF91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4A21D-219F-4175-7BB0-AF62ABAD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D5EE7-6FD2-4ED9-05EF-AA450238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7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ADB4-E5B2-6A79-3002-1BB5BB13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69833-A67F-2F06-DB8A-B344D8E3A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8E0CE-5E1E-87BA-881F-B2F2AC8D7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35E81-AA31-C41D-F93E-8B59904C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C5B66-FE31-9F82-CA8B-4FC854B6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095C8-B339-0139-5141-C2E86D5C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56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FFA8-63FB-3F46-586F-0C7D2507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F154B-A02A-6309-DE60-DC844A5D8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6EA0-E8E4-7B6B-C8B9-A823075D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BAD99-8A5F-5624-8018-4CD21453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77447-3576-8990-3E74-1BE79F64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50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A5BD1-1C71-4E47-21C3-5C40B812A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13265-2C12-48F4-6C79-6764C8ED3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8F8F0-AF4E-CAC5-6146-7F6CDFA5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3C3AF-12EC-CDB9-222F-637E1099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ABE0-9250-1382-2CAD-666322B9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54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3C9B4-1C02-E16B-8FCC-F6A6D946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80E1C-DB5B-2402-65E0-A8F76330B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E8100-808D-C141-0066-CCEC2082C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F6B7F-5B73-4D47-AF8E-76899BD23AA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8E3B8-3889-D651-5B70-9C07DB691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8056-C836-14FC-064D-A9276A28C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C63E-0D58-4346-BB7A-34516DC4D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34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4560B-B49E-67D7-251D-5FFD323A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9"/>
          <a:stretch>
            <a:fillRect/>
          </a:stretch>
        </p:blipFill>
        <p:spPr>
          <a:xfrm>
            <a:off x="0" y="0"/>
            <a:ext cx="4725059" cy="476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4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KNIGHT RAPTORIS</dc:creator>
  <cp:lastModifiedBy>KNIGHT RAPTORIS</cp:lastModifiedBy>
  <cp:revision>2</cp:revision>
  <dcterms:created xsi:type="dcterms:W3CDTF">2026-09-11T15:20:32Z</dcterms:created>
  <dcterms:modified xsi:type="dcterms:W3CDTF">2026-09-11T15:21:38Z</dcterms:modified>
</cp:coreProperties>
</file>