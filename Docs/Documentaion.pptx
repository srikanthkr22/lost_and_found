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1" r:id="rId2"/>
    <p:sldId id="262" r:id="rId3"/>
    <p:sldId id="265" r:id="rId4"/>
    <p:sldId id="266" r:id="rId5"/>
    <p:sldId id="267" r:id="rId6"/>
    <p:sldId id="268" r:id="rId7"/>
    <p:sldId id="269" r:id="rId8"/>
    <p:sldId id="270" r:id="rId9"/>
    <p:sldId id="271" r:id="rId10"/>
    <p:sldId id="272" r:id="rId11"/>
    <p:sldId id="273" r:id="rId12"/>
    <p:sldId id="274" r:id="rId13"/>
    <p:sldId id="276" r:id="rId14"/>
    <p:sldId id="277" r:id="rId15"/>
    <p:sldId id="278" r:id="rId16"/>
    <p:sldId id="279" r:id="rId17"/>
    <p:sldId id="280" r:id="rId18"/>
    <p:sldId id="281" r:id="rId19"/>
    <p:sldId id="275" r:id="rId20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6" d="100"/>
          <a:sy n="76" d="100"/>
        </p:scale>
        <p:origin x="315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4">
  <dgm:title val=""/>
  <dgm:desc val=""/>
  <dgm:catLst>
    <dgm:cat type="accent3" pri="11400"/>
  </dgm:catLst>
  <dgm:styleLbl name="node0">
    <dgm:fillClrLst meth="cycle">
      <a:schemeClr val="accent3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3">
        <a:shade val="50000"/>
      </a:schemeClr>
      <a:schemeClr val="accent3">
        <a:tint val="55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3">
        <a:shade val="80000"/>
        <a:alpha val="50000"/>
      </a:schemeClr>
      <a:schemeClr val="accent3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55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FFF51F7-66A3-4902-A592-45B74C6760E3}" type="doc">
      <dgm:prSet loTypeId="urn:microsoft.com/office/officeart/2009/3/layout/HorizontalOrganizationChart" loCatId="hierarchy" qsTypeId="urn:microsoft.com/office/officeart/2005/8/quickstyle/simple1" qsCatId="simple" csTypeId="urn:microsoft.com/office/officeart/2005/8/colors/accent3_4" csCatId="accent3"/>
      <dgm:spPr/>
      <dgm:t>
        <a:bodyPr/>
        <a:lstStyle/>
        <a:p>
          <a:endParaRPr lang="en-IN"/>
        </a:p>
      </dgm:t>
    </dgm:pt>
    <dgm:pt modelId="{5B12E592-86A6-43F7-ABDB-8534A283476F}">
      <dgm:prSet/>
      <dgm:spPr/>
      <dgm:t>
        <a:bodyPr/>
        <a:lstStyle/>
        <a:p>
          <a:r>
            <a:rPr lang="en-US"/>
            <a:t>LOST_AND_FOUND</a:t>
          </a:r>
          <a:endParaRPr lang="en-IN"/>
        </a:p>
      </dgm:t>
    </dgm:pt>
    <dgm:pt modelId="{8CB0C99B-2915-4BB5-B390-EA368462CE69}" type="parTrans" cxnId="{9AB9D991-7E8E-4653-8639-BA4E688CF121}">
      <dgm:prSet/>
      <dgm:spPr/>
      <dgm:t>
        <a:bodyPr/>
        <a:lstStyle/>
        <a:p>
          <a:endParaRPr lang="en-IN"/>
        </a:p>
      </dgm:t>
    </dgm:pt>
    <dgm:pt modelId="{6FC27FAB-8D29-46B5-A7E4-3AC283B85B49}" type="sibTrans" cxnId="{9AB9D991-7E8E-4653-8639-BA4E688CF121}">
      <dgm:prSet/>
      <dgm:spPr/>
      <dgm:t>
        <a:bodyPr/>
        <a:lstStyle/>
        <a:p>
          <a:endParaRPr lang="en-IN"/>
        </a:p>
      </dgm:t>
    </dgm:pt>
    <dgm:pt modelId="{72163F9E-C111-4FCE-9C89-6F6A7C94961E}">
      <dgm:prSet/>
      <dgm:spPr/>
      <dgm:t>
        <a:bodyPr/>
        <a:lstStyle/>
        <a:p>
          <a:r>
            <a:rPr lang="en-US"/>
            <a:t>Datalink.py</a:t>
          </a:r>
          <a:endParaRPr lang="en-IN"/>
        </a:p>
      </dgm:t>
    </dgm:pt>
    <dgm:pt modelId="{5FAC33A1-89F5-4AB9-9B5C-5882A6420B52}" type="parTrans" cxnId="{6C7E6E6F-5A64-46ED-BF46-1DA2383989B7}">
      <dgm:prSet/>
      <dgm:spPr/>
      <dgm:t>
        <a:bodyPr/>
        <a:lstStyle/>
        <a:p>
          <a:endParaRPr lang="en-IN"/>
        </a:p>
      </dgm:t>
    </dgm:pt>
    <dgm:pt modelId="{569FD3AE-CF31-4735-9CC6-65351247EB04}" type="sibTrans" cxnId="{6C7E6E6F-5A64-46ED-BF46-1DA2383989B7}">
      <dgm:prSet/>
      <dgm:spPr/>
      <dgm:t>
        <a:bodyPr/>
        <a:lstStyle/>
        <a:p>
          <a:endParaRPr lang="en-IN"/>
        </a:p>
      </dgm:t>
    </dgm:pt>
    <dgm:pt modelId="{D4C256F6-F9FE-474A-B6EC-B7B4138B3CD5}">
      <dgm:prSet/>
      <dgm:spPr/>
      <dgm:t>
        <a:bodyPr/>
        <a:lstStyle/>
        <a:p>
          <a:r>
            <a:rPr lang="en-US"/>
            <a:t>Home_Page.py</a:t>
          </a:r>
          <a:endParaRPr lang="en-IN"/>
        </a:p>
      </dgm:t>
    </dgm:pt>
    <dgm:pt modelId="{80EB891B-018C-43D8-921E-5C26D5AEA5A2}" type="parTrans" cxnId="{FAF9101B-BDF1-41F6-9E98-F1245BE0C898}">
      <dgm:prSet/>
      <dgm:spPr/>
      <dgm:t>
        <a:bodyPr/>
        <a:lstStyle/>
        <a:p>
          <a:endParaRPr lang="en-IN"/>
        </a:p>
      </dgm:t>
    </dgm:pt>
    <dgm:pt modelId="{57FC6450-7CED-4B02-9762-B4DCEADB6EAB}" type="sibTrans" cxnId="{FAF9101B-BDF1-41F6-9E98-F1245BE0C898}">
      <dgm:prSet/>
      <dgm:spPr/>
      <dgm:t>
        <a:bodyPr/>
        <a:lstStyle/>
        <a:p>
          <a:endParaRPr lang="en-IN"/>
        </a:p>
      </dgm:t>
    </dgm:pt>
    <dgm:pt modelId="{A0D769B6-4680-447F-AC31-AD353B888F9B}">
      <dgm:prSet/>
      <dgm:spPr/>
      <dgm:t>
        <a:bodyPr/>
        <a:lstStyle/>
        <a:p>
          <a:r>
            <a:rPr lang="en-US"/>
            <a:t>Report_Page.py</a:t>
          </a:r>
          <a:endParaRPr lang="en-IN"/>
        </a:p>
      </dgm:t>
    </dgm:pt>
    <dgm:pt modelId="{9658D25C-E126-4008-86A9-E463371BE93F}" type="parTrans" cxnId="{F43A7CBA-CBEC-4290-A5E6-634A1D14178A}">
      <dgm:prSet/>
      <dgm:spPr/>
      <dgm:t>
        <a:bodyPr/>
        <a:lstStyle/>
        <a:p>
          <a:endParaRPr lang="en-IN"/>
        </a:p>
      </dgm:t>
    </dgm:pt>
    <dgm:pt modelId="{C8DCC319-43C4-4586-A79A-221587ECED97}" type="sibTrans" cxnId="{F43A7CBA-CBEC-4290-A5E6-634A1D14178A}">
      <dgm:prSet/>
      <dgm:spPr/>
      <dgm:t>
        <a:bodyPr/>
        <a:lstStyle/>
        <a:p>
          <a:endParaRPr lang="en-IN"/>
        </a:p>
      </dgm:t>
    </dgm:pt>
    <dgm:pt modelId="{5F076F87-7975-4E55-9C2E-746CC0C64163}">
      <dgm:prSet/>
      <dgm:spPr/>
      <dgm:t>
        <a:bodyPr/>
        <a:lstStyle/>
        <a:p>
          <a:r>
            <a:rPr lang="en-US"/>
            <a:t>Search_Page.py</a:t>
          </a:r>
          <a:endParaRPr lang="en-IN"/>
        </a:p>
      </dgm:t>
    </dgm:pt>
    <dgm:pt modelId="{7D10C501-8AB9-4410-94BF-A3ADB23C5137}" type="parTrans" cxnId="{5B03AE46-0F9E-48A0-AD69-781D83C9FCEE}">
      <dgm:prSet/>
      <dgm:spPr/>
      <dgm:t>
        <a:bodyPr/>
        <a:lstStyle/>
        <a:p>
          <a:endParaRPr lang="en-IN"/>
        </a:p>
      </dgm:t>
    </dgm:pt>
    <dgm:pt modelId="{461E1A78-5469-4C5F-B5FF-982CFACB1D72}" type="sibTrans" cxnId="{5B03AE46-0F9E-48A0-AD69-781D83C9FCEE}">
      <dgm:prSet/>
      <dgm:spPr/>
      <dgm:t>
        <a:bodyPr/>
        <a:lstStyle/>
        <a:p>
          <a:endParaRPr lang="en-IN"/>
        </a:p>
      </dgm:t>
    </dgm:pt>
    <dgm:pt modelId="{9293EA04-DF33-4DB9-8963-C7762B059F7F}">
      <dgm:prSet/>
      <dgm:spPr/>
      <dgm:t>
        <a:bodyPr/>
        <a:lstStyle/>
        <a:p>
          <a:r>
            <a:rPr lang="en-US"/>
            <a:t>View_Reports_Page.py</a:t>
          </a:r>
          <a:endParaRPr lang="en-IN"/>
        </a:p>
      </dgm:t>
    </dgm:pt>
    <dgm:pt modelId="{50CC7034-D25A-4DE5-98F6-DA4C04773125}" type="parTrans" cxnId="{58428570-29C3-4A2C-9C61-72CB24408DEB}">
      <dgm:prSet/>
      <dgm:spPr/>
      <dgm:t>
        <a:bodyPr/>
        <a:lstStyle/>
        <a:p>
          <a:endParaRPr lang="en-IN"/>
        </a:p>
      </dgm:t>
    </dgm:pt>
    <dgm:pt modelId="{BAC1272B-09F9-426C-A778-9AD9D5518EDA}" type="sibTrans" cxnId="{58428570-29C3-4A2C-9C61-72CB24408DEB}">
      <dgm:prSet/>
      <dgm:spPr/>
      <dgm:t>
        <a:bodyPr/>
        <a:lstStyle/>
        <a:p>
          <a:endParaRPr lang="en-IN"/>
        </a:p>
      </dgm:t>
    </dgm:pt>
    <dgm:pt modelId="{E68C3F0E-3172-489B-827F-888B265E0FC6}">
      <dgm:prSet/>
      <dgm:spPr/>
      <dgm:t>
        <a:bodyPr/>
        <a:lstStyle/>
        <a:p>
          <a:r>
            <a:rPr lang="en-US"/>
            <a:t>Search_Reports_Page.py</a:t>
          </a:r>
          <a:endParaRPr lang="en-IN"/>
        </a:p>
      </dgm:t>
    </dgm:pt>
    <dgm:pt modelId="{8284336C-4D6E-498F-B655-59DFF6E51FFB}" type="parTrans" cxnId="{77C75D15-2ED6-49AA-B1B5-2D8C1AE57633}">
      <dgm:prSet/>
      <dgm:spPr/>
      <dgm:t>
        <a:bodyPr/>
        <a:lstStyle/>
        <a:p>
          <a:endParaRPr lang="en-IN"/>
        </a:p>
      </dgm:t>
    </dgm:pt>
    <dgm:pt modelId="{383D0404-6A34-4DB1-956D-659C11458372}" type="sibTrans" cxnId="{77C75D15-2ED6-49AA-B1B5-2D8C1AE57633}">
      <dgm:prSet/>
      <dgm:spPr/>
      <dgm:t>
        <a:bodyPr/>
        <a:lstStyle/>
        <a:p>
          <a:endParaRPr lang="en-IN"/>
        </a:p>
      </dgm:t>
    </dgm:pt>
    <dgm:pt modelId="{7EF95500-7B85-4E81-A7AB-DCFD33FFEB59}">
      <dgm:prSet/>
      <dgm:spPr/>
      <dgm:t>
        <a:bodyPr/>
        <a:lstStyle/>
        <a:p>
          <a:r>
            <a:rPr lang="en-US"/>
            <a:t>History_Page.py</a:t>
          </a:r>
          <a:endParaRPr lang="en-IN"/>
        </a:p>
      </dgm:t>
    </dgm:pt>
    <dgm:pt modelId="{9B21E954-D2DF-4E7C-90DD-E823F16E8F22}" type="parTrans" cxnId="{884C6E79-5D9C-45E0-9D4E-90DBE1612FB3}">
      <dgm:prSet/>
      <dgm:spPr/>
      <dgm:t>
        <a:bodyPr/>
        <a:lstStyle/>
        <a:p>
          <a:endParaRPr lang="en-IN"/>
        </a:p>
      </dgm:t>
    </dgm:pt>
    <dgm:pt modelId="{EDA3FAB9-9E82-43F5-81E8-D0036105BC56}" type="sibTrans" cxnId="{884C6E79-5D9C-45E0-9D4E-90DBE1612FB3}">
      <dgm:prSet/>
      <dgm:spPr/>
      <dgm:t>
        <a:bodyPr/>
        <a:lstStyle/>
        <a:p>
          <a:endParaRPr lang="en-IN"/>
        </a:p>
      </dgm:t>
    </dgm:pt>
    <dgm:pt modelId="{1B8296E7-087D-4B0E-94EC-3ACA1DF6B3F6}">
      <dgm:prSet/>
      <dgm:spPr/>
      <dgm:t>
        <a:bodyPr/>
        <a:lstStyle/>
        <a:p>
          <a:r>
            <a:rPr lang="en-US"/>
            <a:t>DATABASE</a:t>
          </a:r>
          <a:endParaRPr lang="en-IN"/>
        </a:p>
      </dgm:t>
    </dgm:pt>
    <dgm:pt modelId="{E33F22FD-EA48-4858-A199-48125A6B573E}" type="parTrans" cxnId="{2A0196B7-4764-47B5-AFC0-2D3D4AA230D6}">
      <dgm:prSet/>
      <dgm:spPr/>
      <dgm:t>
        <a:bodyPr/>
        <a:lstStyle/>
        <a:p>
          <a:endParaRPr lang="en-IN"/>
        </a:p>
      </dgm:t>
    </dgm:pt>
    <dgm:pt modelId="{90888AB9-77C2-47B1-8A1C-1A918B029C45}" type="sibTrans" cxnId="{2A0196B7-4764-47B5-AFC0-2D3D4AA230D6}">
      <dgm:prSet/>
      <dgm:spPr/>
      <dgm:t>
        <a:bodyPr/>
        <a:lstStyle/>
        <a:p>
          <a:endParaRPr lang="en-IN"/>
        </a:p>
      </dgm:t>
    </dgm:pt>
    <dgm:pt modelId="{D6907177-50D6-4D89-986B-694614619CF5}">
      <dgm:prSet/>
      <dgm:spPr/>
      <dgm:t>
        <a:bodyPr/>
        <a:lstStyle/>
        <a:p>
          <a:r>
            <a:rPr lang="en-US"/>
            <a:t>REPORTED_ITEMS</a:t>
          </a:r>
          <a:endParaRPr lang="en-IN"/>
        </a:p>
      </dgm:t>
    </dgm:pt>
    <dgm:pt modelId="{7504F88D-C8A8-4D37-9348-28C577B23946}" type="parTrans" cxnId="{C3D6EC13-DD7D-4CB3-B659-1129246E3201}">
      <dgm:prSet/>
      <dgm:spPr/>
      <dgm:t>
        <a:bodyPr/>
        <a:lstStyle/>
        <a:p>
          <a:endParaRPr lang="en-IN"/>
        </a:p>
      </dgm:t>
    </dgm:pt>
    <dgm:pt modelId="{7F20E6AF-9A2C-4703-AE6F-FDA73B5FB3AE}" type="sibTrans" cxnId="{C3D6EC13-DD7D-4CB3-B659-1129246E3201}">
      <dgm:prSet/>
      <dgm:spPr/>
      <dgm:t>
        <a:bodyPr/>
        <a:lstStyle/>
        <a:p>
          <a:endParaRPr lang="en-IN"/>
        </a:p>
      </dgm:t>
    </dgm:pt>
    <dgm:pt modelId="{CC88778F-86F4-4D68-A4F8-46E1423BE957}">
      <dgm:prSet/>
      <dgm:spPr/>
      <dgm:t>
        <a:bodyPr/>
        <a:lstStyle/>
        <a:p>
          <a:r>
            <a:rPr lang="en-US"/>
            <a:t>List_Of_Found_Items</a:t>
          </a:r>
          <a:endParaRPr lang="en-IN"/>
        </a:p>
      </dgm:t>
    </dgm:pt>
    <dgm:pt modelId="{9BEB521C-E324-4F6B-AB62-E54ED76BC2D5}" type="parTrans" cxnId="{E26C25D3-C916-4FA1-B5C4-6AC20A7901D2}">
      <dgm:prSet/>
      <dgm:spPr/>
      <dgm:t>
        <a:bodyPr/>
        <a:lstStyle/>
        <a:p>
          <a:endParaRPr lang="en-IN"/>
        </a:p>
      </dgm:t>
    </dgm:pt>
    <dgm:pt modelId="{BEFC15F9-3517-4D28-8002-AE7FB117C5A2}" type="sibTrans" cxnId="{E26C25D3-C916-4FA1-B5C4-6AC20A7901D2}">
      <dgm:prSet/>
      <dgm:spPr/>
      <dgm:t>
        <a:bodyPr/>
        <a:lstStyle/>
        <a:p>
          <a:endParaRPr lang="en-IN"/>
        </a:p>
      </dgm:t>
    </dgm:pt>
    <dgm:pt modelId="{CC3E2385-90F5-4B1A-AB04-324FA59150F9}" type="pres">
      <dgm:prSet presAssocID="{0FFF51F7-66A3-4902-A592-45B74C6760E3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1572F86E-D105-42CD-B4AF-CC8B4033C8CB}" type="pres">
      <dgm:prSet presAssocID="{5B12E592-86A6-43F7-ABDB-8534A283476F}" presName="hierRoot1" presStyleCnt="0">
        <dgm:presLayoutVars>
          <dgm:hierBranch val="init"/>
        </dgm:presLayoutVars>
      </dgm:prSet>
      <dgm:spPr/>
    </dgm:pt>
    <dgm:pt modelId="{6F137CE8-C3CC-4D87-B8DB-BEDBF810F100}" type="pres">
      <dgm:prSet presAssocID="{5B12E592-86A6-43F7-ABDB-8534A283476F}" presName="rootComposite1" presStyleCnt="0"/>
      <dgm:spPr/>
    </dgm:pt>
    <dgm:pt modelId="{18D66BF6-2C63-48F7-8CD0-4896A63C05AD}" type="pres">
      <dgm:prSet presAssocID="{5B12E592-86A6-43F7-ABDB-8534A283476F}" presName="rootText1" presStyleLbl="node0" presStyleIdx="0" presStyleCnt="2" custLinFactNeighborX="-27641">
        <dgm:presLayoutVars>
          <dgm:chPref val="3"/>
        </dgm:presLayoutVars>
      </dgm:prSet>
      <dgm:spPr/>
    </dgm:pt>
    <dgm:pt modelId="{78700AFA-F0CD-422C-AD0A-FB00D8C4B57C}" type="pres">
      <dgm:prSet presAssocID="{5B12E592-86A6-43F7-ABDB-8534A283476F}" presName="rootConnector1" presStyleLbl="node1" presStyleIdx="0" presStyleCnt="0"/>
      <dgm:spPr/>
    </dgm:pt>
    <dgm:pt modelId="{34002ACD-2BF6-4849-9B53-4CEB60EDA824}" type="pres">
      <dgm:prSet presAssocID="{5B12E592-86A6-43F7-ABDB-8534A283476F}" presName="hierChild2" presStyleCnt="0"/>
      <dgm:spPr/>
    </dgm:pt>
    <dgm:pt modelId="{4F0CB5EE-381D-4C25-A79C-E199B06C31AA}" type="pres">
      <dgm:prSet presAssocID="{5FAC33A1-89F5-4AB9-9B5C-5882A6420B52}" presName="Name64" presStyleLbl="parChTrans1D2" presStyleIdx="0" presStyleCnt="9"/>
      <dgm:spPr/>
    </dgm:pt>
    <dgm:pt modelId="{7076B893-CDBF-41A7-9C6E-7FEA52D837DE}" type="pres">
      <dgm:prSet presAssocID="{72163F9E-C111-4FCE-9C89-6F6A7C94961E}" presName="hierRoot2" presStyleCnt="0">
        <dgm:presLayoutVars>
          <dgm:hierBranch val="init"/>
        </dgm:presLayoutVars>
      </dgm:prSet>
      <dgm:spPr/>
    </dgm:pt>
    <dgm:pt modelId="{252699B1-EE7B-4F45-9599-13CE63A95DBE}" type="pres">
      <dgm:prSet presAssocID="{72163F9E-C111-4FCE-9C89-6F6A7C94961E}" presName="rootComposite" presStyleCnt="0"/>
      <dgm:spPr/>
    </dgm:pt>
    <dgm:pt modelId="{4B2E678B-CF9A-4F3A-AE9B-B67D028C0DB3}" type="pres">
      <dgm:prSet presAssocID="{72163F9E-C111-4FCE-9C89-6F6A7C94961E}" presName="rootText" presStyleLbl="node2" presStyleIdx="0" presStyleCnt="9">
        <dgm:presLayoutVars>
          <dgm:chPref val="3"/>
        </dgm:presLayoutVars>
      </dgm:prSet>
      <dgm:spPr/>
    </dgm:pt>
    <dgm:pt modelId="{D9A71430-9347-4A34-9F56-6B003C8051CC}" type="pres">
      <dgm:prSet presAssocID="{72163F9E-C111-4FCE-9C89-6F6A7C94961E}" presName="rootConnector" presStyleLbl="node2" presStyleIdx="0" presStyleCnt="9"/>
      <dgm:spPr/>
    </dgm:pt>
    <dgm:pt modelId="{0441BDA9-7B18-4B3C-B581-3B712A2B4B06}" type="pres">
      <dgm:prSet presAssocID="{72163F9E-C111-4FCE-9C89-6F6A7C94961E}" presName="hierChild4" presStyleCnt="0"/>
      <dgm:spPr/>
    </dgm:pt>
    <dgm:pt modelId="{DFC53255-B1FA-46C1-825C-E1FD6EDE3530}" type="pres">
      <dgm:prSet presAssocID="{72163F9E-C111-4FCE-9C89-6F6A7C94961E}" presName="hierChild5" presStyleCnt="0"/>
      <dgm:spPr/>
    </dgm:pt>
    <dgm:pt modelId="{F6A85414-92D5-45EA-AAFC-3F382B89012D}" type="pres">
      <dgm:prSet presAssocID="{80EB891B-018C-43D8-921E-5C26D5AEA5A2}" presName="Name64" presStyleLbl="parChTrans1D2" presStyleIdx="1" presStyleCnt="9"/>
      <dgm:spPr/>
    </dgm:pt>
    <dgm:pt modelId="{C3180887-6C39-4F89-A429-46BC33E5D823}" type="pres">
      <dgm:prSet presAssocID="{D4C256F6-F9FE-474A-B6EC-B7B4138B3CD5}" presName="hierRoot2" presStyleCnt="0">
        <dgm:presLayoutVars>
          <dgm:hierBranch val="init"/>
        </dgm:presLayoutVars>
      </dgm:prSet>
      <dgm:spPr/>
    </dgm:pt>
    <dgm:pt modelId="{BFEAEDE3-B5E9-49C8-9A3F-BF8E30B2674F}" type="pres">
      <dgm:prSet presAssocID="{D4C256F6-F9FE-474A-B6EC-B7B4138B3CD5}" presName="rootComposite" presStyleCnt="0"/>
      <dgm:spPr/>
    </dgm:pt>
    <dgm:pt modelId="{2B088752-BE91-4CCE-BBBC-3DD23750CE7F}" type="pres">
      <dgm:prSet presAssocID="{D4C256F6-F9FE-474A-B6EC-B7B4138B3CD5}" presName="rootText" presStyleLbl="node2" presStyleIdx="1" presStyleCnt="9">
        <dgm:presLayoutVars>
          <dgm:chPref val="3"/>
        </dgm:presLayoutVars>
      </dgm:prSet>
      <dgm:spPr/>
    </dgm:pt>
    <dgm:pt modelId="{85DD805A-37E4-4A4C-BD61-35443B49BEB9}" type="pres">
      <dgm:prSet presAssocID="{D4C256F6-F9FE-474A-B6EC-B7B4138B3CD5}" presName="rootConnector" presStyleLbl="node2" presStyleIdx="1" presStyleCnt="9"/>
      <dgm:spPr/>
    </dgm:pt>
    <dgm:pt modelId="{672C2369-0598-415D-9356-84D00F550530}" type="pres">
      <dgm:prSet presAssocID="{D4C256F6-F9FE-474A-B6EC-B7B4138B3CD5}" presName="hierChild4" presStyleCnt="0"/>
      <dgm:spPr/>
    </dgm:pt>
    <dgm:pt modelId="{EEFA3F8B-96CF-43F6-A77A-8E3874F238A3}" type="pres">
      <dgm:prSet presAssocID="{D4C256F6-F9FE-474A-B6EC-B7B4138B3CD5}" presName="hierChild5" presStyleCnt="0"/>
      <dgm:spPr/>
    </dgm:pt>
    <dgm:pt modelId="{C96CCBDF-4E52-4491-BB51-A5D6E813977A}" type="pres">
      <dgm:prSet presAssocID="{9658D25C-E126-4008-86A9-E463371BE93F}" presName="Name64" presStyleLbl="parChTrans1D2" presStyleIdx="2" presStyleCnt="9"/>
      <dgm:spPr/>
    </dgm:pt>
    <dgm:pt modelId="{52D74E11-CEC6-4140-966F-DD2A64E03A2E}" type="pres">
      <dgm:prSet presAssocID="{A0D769B6-4680-447F-AC31-AD353B888F9B}" presName="hierRoot2" presStyleCnt="0">
        <dgm:presLayoutVars>
          <dgm:hierBranch val="init"/>
        </dgm:presLayoutVars>
      </dgm:prSet>
      <dgm:spPr/>
    </dgm:pt>
    <dgm:pt modelId="{0E1CBAED-3640-43C4-9137-74D3E5FEB2B0}" type="pres">
      <dgm:prSet presAssocID="{A0D769B6-4680-447F-AC31-AD353B888F9B}" presName="rootComposite" presStyleCnt="0"/>
      <dgm:spPr/>
    </dgm:pt>
    <dgm:pt modelId="{DAAA5119-0EE2-4EA5-8CA5-B56714CCFA28}" type="pres">
      <dgm:prSet presAssocID="{A0D769B6-4680-447F-AC31-AD353B888F9B}" presName="rootText" presStyleLbl="node2" presStyleIdx="2" presStyleCnt="9">
        <dgm:presLayoutVars>
          <dgm:chPref val="3"/>
        </dgm:presLayoutVars>
      </dgm:prSet>
      <dgm:spPr/>
    </dgm:pt>
    <dgm:pt modelId="{3DE8D3C0-158B-48D9-8374-ACF83B7D45BF}" type="pres">
      <dgm:prSet presAssocID="{A0D769B6-4680-447F-AC31-AD353B888F9B}" presName="rootConnector" presStyleLbl="node2" presStyleIdx="2" presStyleCnt="9"/>
      <dgm:spPr/>
    </dgm:pt>
    <dgm:pt modelId="{CB34FF33-13E8-4828-B1C0-47CF5F251FF0}" type="pres">
      <dgm:prSet presAssocID="{A0D769B6-4680-447F-AC31-AD353B888F9B}" presName="hierChild4" presStyleCnt="0"/>
      <dgm:spPr/>
    </dgm:pt>
    <dgm:pt modelId="{2873E38E-3390-495F-AB59-075DFB346A01}" type="pres">
      <dgm:prSet presAssocID="{A0D769B6-4680-447F-AC31-AD353B888F9B}" presName="hierChild5" presStyleCnt="0"/>
      <dgm:spPr/>
    </dgm:pt>
    <dgm:pt modelId="{8141E0BB-26CB-42E5-A3DA-9241E0EA1EBD}" type="pres">
      <dgm:prSet presAssocID="{7D10C501-8AB9-4410-94BF-A3ADB23C5137}" presName="Name64" presStyleLbl="parChTrans1D2" presStyleIdx="3" presStyleCnt="9"/>
      <dgm:spPr/>
    </dgm:pt>
    <dgm:pt modelId="{CB7E7781-02C3-41E2-908D-63940EC9EBD4}" type="pres">
      <dgm:prSet presAssocID="{5F076F87-7975-4E55-9C2E-746CC0C64163}" presName="hierRoot2" presStyleCnt="0">
        <dgm:presLayoutVars>
          <dgm:hierBranch val="init"/>
        </dgm:presLayoutVars>
      </dgm:prSet>
      <dgm:spPr/>
    </dgm:pt>
    <dgm:pt modelId="{0D50068F-C10B-4627-B2B7-449F4BC8F1D9}" type="pres">
      <dgm:prSet presAssocID="{5F076F87-7975-4E55-9C2E-746CC0C64163}" presName="rootComposite" presStyleCnt="0"/>
      <dgm:spPr/>
    </dgm:pt>
    <dgm:pt modelId="{9676DAC3-4965-4F00-AA67-FB525EEAB6EE}" type="pres">
      <dgm:prSet presAssocID="{5F076F87-7975-4E55-9C2E-746CC0C64163}" presName="rootText" presStyleLbl="node2" presStyleIdx="3" presStyleCnt="9">
        <dgm:presLayoutVars>
          <dgm:chPref val="3"/>
        </dgm:presLayoutVars>
      </dgm:prSet>
      <dgm:spPr/>
    </dgm:pt>
    <dgm:pt modelId="{CB77F134-0B73-4CA3-A11A-CC6ACD7AC098}" type="pres">
      <dgm:prSet presAssocID="{5F076F87-7975-4E55-9C2E-746CC0C64163}" presName="rootConnector" presStyleLbl="node2" presStyleIdx="3" presStyleCnt="9"/>
      <dgm:spPr/>
    </dgm:pt>
    <dgm:pt modelId="{596C9ED7-6060-49E5-B4E7-B0DDD78CEC12}" type="pres">
      <dgm:prSet presAssocID="{5F076F87-7975-4E55-9C2E-746CC0C64163}" presName="hierChild4" presStyleCnt="0"/>
      <dgm:spPr/>
    </dgm:pt>
    <dgm:pt modelId="{8F4EF22B-2392-4271-9CC0-D2248BC4E6D2}" type="pres">
      <dgm:prSet presAssocID="{5F076F87-7975-4E55-9C2E-746CC0C64163}" presName="hierChild5" presStyleCnt="0"/>
      <dgm:spPr/>
    </dgm:pt>
    <dgm:pt modelId="{E19BF52C-411A-410F-BD44-F960798EBDC0}" type="pres">
      <dgm:prSet presAssocID="{50CC7034-D25A-4DE5-98F6-DA4C04773125}" presName="Name64" presStyleLbl="parChTrans1D2" presStyleIdx="4" presStyleCnt="9"/>
      <dgm:spPr/>
    </dgm:pt>
    <dgm:pt modelId="{CD9A33F0-3D66-4E2E-B716-DFA0189AC056}" type="pres">
      <dgm:prSet presAssocID="{9293EA04-DF33-4DB9-8963-C7762B059F7F}" presName="hierRoot2" presStyleCnt="0">
        <dgm:presLayoutVars>
          <dgm:hierBranch val="init"/>
        </dgm:presLayoutVars>
      </dgm:prSet>
      <dgm:spPr/>
    </dgm:pt>
    <dgm:pt modelId="{ECD0DEF1-4DD6-45BB-AB72-716007156187}" type="pres">
      <dgm:prSet presAssocID="{9293EA04-DF33-4DB9-8963-C7762B059F7F}" presName="rootComposite" presStyleCnt="0"/>
      <dgm:spPr/>
    </dgm:pt>
    <dgm:pt modelId="{891F3EF0-BB95-471B-80F1-16902F46B0A0}" type="pres">
      <dgm:prSet presAssocID="{9293EA04-DF33-4DB9-8963-C7762B059F7F}" presName="rootText" presStyleLbl="node2" presStyleIdx="4" presStyleCnt="9">
        <dgm:presLayoutVars>
          <dgm:chPref val="3"/>
        </dgm:presLayoutVars>
      </dgm:prSet>
      <dgm:spPr/>
    </dgm:pt>
    <dgm:pt modelId="{61FCDCC1-C209-4CBB-B06E-38AEA615D1ED}" type="pres">
      <dgm:prSet presAssocID="{9293EA04-DF33-4DB9-8963-C7762B059F7F}" presName="rootConnector" presStyleLbl="node2" presStyleIdx="4" presStyleCnt="9"/>
      <dgm:spPr/>
    </dgm:pt>
    <dgm:pt modelId="{8F212B9B-3F23-4455-9BCA-6EE9E4CC0C69}" type="pres">
      <dgm:prSet presAssocID="{9293EA04-DF33-4DB9-8963-C7762B059F7F}" presName="hierChild4" presStyleCnt="0"/>
      <dgm:spPr/>
    </dgm:pt>
    <dgm:pt modelId="{078091F8-F878-495A-8ABD-8CB2331D823F}" type="pres">
      <dgm:prSet presAssocID="{9293EA04-DF33-4DB9-8963-C7762B059F7F}" presName="hierChild5" presStyleCnt="0"/>
      <dgm:spPr/>
    </dgm:pt>
    <dgm:pt modelId="{5F04BAA7-67CC-4DDA-A904-EBA26AC47BBB}" type="pres">
      <dgm:prSet presAssocID="{8284336C-4D6E-498F-B655-59DFF6E51FFB}" presName="Name64" presStyleLbl="parChTrans1D2" presStyleIdx="5" presStyleCnt="9"/>
      <dgm:spPr/>
    </dgm:pt>
    <dgm:pt modelId="{DE6EC364-B4DC-4371-B461-3A321F360872}" type="pres">
      <dgm:prSet presAssocID="{E68C3F0E-3172-489B-827F-888B265E0FC6}" presName="hierRoot2" presStyleCnt="0">
        <dgm:presLayoutVars>
          <dgm:hierBranch val="init"/>
        </dgm:presLayoutVars>
      </dgm:prSet>
      <dgm:spPr/>
    </dgm:pt>
    <dgm:pt modelId="{9D792D29-6CFF-456E-A5C7-3AFC9834374A}" type="pres">
      <dgm:prSet presAssocID="{E68C3F0E-3172-489B-827F-888B265E0FC6}" presName="rootComposite" presStyleCnt="0"/>
      <dgm:spPr/>
    </dgm:pt>
    <dgm:pt modelId="{80D18186-A9CF-4560-AF0F-6CA8FBEE9AD0}" type="pres">
      <dgm:prSet presAssocID="{E68C3F0E-3172-489B-827F-888B265E0FC6}" presName="rootText" presStyleLbl="node2" presStyleIdx="5" presStyleCnt="9">
        <dgm:presLayoutVars>
          <dgm:chPref val="3"/>
        </dgm:presLayoutVars>
      </dgm:prSet>
      <dgm:spPr/>
    </dgm:pt>
    <dgm:pt modelId="{5DD11DBD-04F3-446A-80B6-527CF2C0A8D1}" type="pres">
      <dgm:prSet presAssocID="{E68C3F0E-3172-489B-827F-888B265E0FC6}" presName="rootConnector" presStyleLbl="node2" presStyleIdx="5" presStyleCnt="9"/>
      <dgm:spPr/>
    </dgm:pt>
    <dgm:pt modelId="{AC3F247D-D27B-4178-BC6B-3A75BE188635}" type="pres">
      <dgm:prSet presAssocID="{E68C3F0E-3172-489B-827F-888B265E0FC6}" presName="hierChild4" presStyleCnt="0"/>
      <dgm:spPr/>
    </dgm:pt>
    <dgm:pt modelId="{F36D69FE-9CA5-453D-831B-9D8BC366CC07}" type="pres">
      <dgm:prSet presAssocID="{E68C3F0E-3172-489B-827F-888B265E0FC6}" presName="hierChild5" presStyleCnt="0"/>
      <dgm:spPr/>
    </dgm:pt>
    <dgm:pt modelId="{D8A97B15-7D20-4677-85DE-F9745193F518}" type="pres">
      <dgm:prSet presAssocID="{9B21E954-D2DF-4E7C-90DD-E823F16E8F22}" presName="Name64" presStyleLbl="parChTrans1D2" presStyleIdx="6" presStyleCnt="9"/>
      <dgm:spPr/>
    </dgm:pt>
    <dgm:pt modelId="{A2D5B8A2-195C-418C-B757-BC7E81DA8B26}" type="pres">
      <dgm:prSet presAssocID="{7EF95500-7B85-4E81-A7AB-DCFD33FFEB59}" presName="hierRoot2" presStyleCnt="0">
        <dgm:presLayoutVars>
          <dgm:hierBranch val="init"/>
        </dgm:presLayoutVars>
      </dgm:prSet>
      <dgm:spPr/>
    </dgm:pt>
    <dgm:pt modelId="{7298C17C-5F30-407A-A6C3-8A8AE7E6D544}" type="pres">
      <dgm:prSet presAssocID="{7EF95500-7B85-4E81-A7AB-DCFD33FFEB59}" presName="rootComposite" presStyleCnt="0"/>
      <dgm:spPr/>
    </dgm:pt>
    <dgm:pt modelId="{36F166E0-BD69-4E7D-B1AE-56D8A9986E72}" type="pres">
      <dgm:prSet presAssocID="{7EF95500-7B85-4E81-A7AB-DCFD33FFEB59}" presName="rootText" presStyleLbl="node2" presStyleIdx="6" presStyleCnt="9">
        <dgm:presLayoutVars>
          <dgm:chPref val="3"/>
        </dgm:presLayoutVars>
      </dgm:prSet>
      <dgm:spPr/>
    </dgm:pt>
    <dgm:pt modelId="{1864303E-929D-4767-A548-A30D23985F5A}" type="pres">
      <dgm:prSet presAssocID="{7EF95500-7B85-4E81-A7AB-DCFD33FFEB59}" presName="rootConnector" presStyleLbl="node2" presStyleIdx="6" presStyleCnt="9"/>
      <dgm:spPr/>
    </dgm:pt>
    <dgm:pt modelId="{FE9BA5D9-7080-4C3F-BF6C-588EA4549B19}" type="pres">
      <dgm:prSet presAssocID="{7EF95500-7B85-4E81-A7AB-DCFD33FFEB59}" presName="hierChild4" presStyleCnt="0"/>
      <dgm:spPr/>
    </dgm:pt>
    <dgm:pt modelId="{D7C58355-917E-456B-9BEA-8053F3C1F574}" type="pres">
      <dgm:prSet presAssocID="{7EF95500-7B85-4E81-A7AB-DCFD33FFEB59}" presName="hierChild5" presStyleCnt="0"/>
      <dgm:spPr/>
    </dgm:pt>
    <dgm:pt modelId="{24864028-5E75-4890-97B8-4F512CD67032}" type="pres">
      <dgm:prSet presAssocID="{5B12E592-86A6-43F7-ABDB-8534A283476F}" presName="hierChild3" presStyleCnt="0"/>
      <dgm:spPr/>
    </dgm:pt>
    <dgm:pt modelId="{BA8D8A0D-D7C7-436C-9A71-8B8C3B59209C}" type="pres">
      <dgm:prSet presAssocID="{1B8296E7-087D-4B0E-94EC-3ACA1DF6B3F6}" presName="hierRoot1" presStyleCnt="0">
        <dgm:presLayoutVars>
          <dgm:hierBranch val="init"/>
        </dgm:presLayoutVars>
      </dgm:prSet>
      <dgm:spPr/>
    </dgm:pt>
    <dgm:pt modelId="{047C0A9D-9BF2-4CA7-AB33-C5BC8384ECCA}" type="pres">
      <dgm:prSet presAssocID="{1B8296E7-087D-4B0E-94EC-3ACA1DF6B3F6}" presName="rootComposite1" presStyleCnt="0"/>
      <dgm:spPr/>
    </dgm:pt>
    <dgm:pt modelId="{94E71ECA-6E40-4585-93FF-1C45D1E2FD8D}" type="pres">
      <dgm:prSet presAssocID="{1B8296E7-087D-4B0E-94EC-3ACA1DF6B3F6}" presName="rootText1" presStyleLbl="node0" presStyleIdx="1" presStyleCnt="2">
        <dgm:presLayoutVars>
          <dgm:chPref val="3"/>
        </dgm:presLayoutVars>
      </dgm:prSet>
      <dgm:spPr/>
    </dgm:pt>
    <dgm:pt modelId="{111705AC-FED7-43D3-9BCF-0A870CEFF8DB}" type="pres">
      <dgm:prSet presAssocID="{1B8296E7-087D-4B0E-94EC-3ACA1DF6B3F6}" presName="rootConnector1" presStyleLbl="node1" presStyleIdx="0" presStyleCnt="0"/>
      <dgm:spPr/>
    </dgm:pt>
    <dgm:pt modelId="{D736C798-AD34-4913-9970-83FD5137F1BA}" type="pres">
      <dgm:prSet presAssocID="{1B8296E7-087D-4B0E-94EC-3ACA1DF6B3F6}" presName="hierChild2" presStyleCnt="0"/>
      <dgm:spPr/>
    </dgm:pt>
    <dgm:pt modelId="{8E250019-99C4-4F54-896B-D8E4E6452170}" type="pres">
      <dgm:prSet presAssocID="{7504F88D-C8A8-4D37-9348-28C577B23946}" presName="Name64" presStyleLbl="parChTrans1D2" presStyleIdx="7" presStyleCnt="9"/>
      <dgm:spPr/>
    </dgm:pt>
    <dgm:pt modelId="{A5A3164A-DBAE-4631-AD07-BBDEF3CA499E}" type="pres">
      <dgm:prSet presAssocID="{D6907177-50D6-4D89-986B-694614619CF5}" presName="hierRoot2" presStyleCnt="0">
        <dgm:presLayoutVars>
          <dgm:hierBranch val="init"/>
        </dgm:presLayoutVars>
      </dgm:prSet>
      <dgm:spPr/>
    </dgm:pt>
    <dgm:pt modelId="{F4E38D6D-5D9D-4453-8341-F5E83D2F0BBB}" type="pres">
      <dgm:prSet presAssocID="{D6907177-50D6-4D89-986B-694614619CF5}" presName="rootComposite" presStyleCnt="0"/>
      <dgm:spPr/>
    </dgm:pt>
    <dgm:pt modelId="{195D4CC4-D3F8-4D76-9407-4342AE2FB04E}" type="pres">
      <dgm:prSet presAssocID="{D6907177-50D6-4D89-986B-694614619CF5}" presName="rootText" presStyleLbl="node2" presStyleIdx="7" presStyleCnt="9">
        <dgm:presLayoutVars>
          <dgm:chPref val="3"/>
        </dgm:presLayoutVars>
      </dgm:prSet>
      <dgm:spPr/>
    </dgm:pt>
    <dgm:pt modelId="{5D82A590-226C-47F9-9425-61E9E8DA72E2}" type="pres">
      <dgm:prSet presAssocID="{D6907177-50D6-4D89-986B-694614619CF5}" presName="rootConnector" presStyleLbl="node2" presStyleIdx="7" presStyleCnt="9"/>
      <dgm:spPr/>
    </dgm:pt>
    <dgm:pt modelId="{DA877AE2-2C55-4E2D-89AE-1CB8F3711E3A}" type="pres">
      <dgm:prSet presAssocID="{D6907177-50D6-4D89-986B-694614619CF5}" presName="hierChild4" presStyleCnt="0"/>
      <dgm:spPr/>
    </dgm:pt>
    <dgm:pt modelId="{DE961086-F267-454D-A93F-CD2DD3866125}" type="pres">
      <dgm:prSet presAssocID="{D6907177-50D6-4D89-986B-694614619CF5}" presName="hierChild5" presStyleCnt="0"/>
      <dgm:spPr/>
    </dgm:pt>
    <dgm:pt modelId="{A3498841-7EC0-4496-B849-74A3742B6D5B}" type="pres">
      <dgm:prSet presAssocID="{9BEB521C-E324-4F6B-AB62-E54ED76BC2D5}" presName="Name64" presStyleLbl="parChTrans1D2" presStyleIdx="8" presStyleCnt="9"/>
      <dgm:spPr/>
    </dgm:pt>
    <dgm:pt modelId="{B8DBFD75-91FC-4AE0-9702-75DA7B7E123D}" type="pres">
      <dgm:prSet presAssocID="{CC88778F-86F4-4D68-A4F8-46E1423BE957}" presName="hierRoot2" presStyleCnt="0">
        <dgm:presLayoutVars>
          <dgm:hierBranch val="init"/>
        </dgm:presLayoutVars>
      </dgm:prSet>
      <dgm:spPr/>
    </dgm:pt>
    <dgm:pt modelId="{706FD37B-C45C-4810-BA2A-B9B3F056A923}" type="pres">
      <dgm:prSet presAssocID="{CC88778F-86F4-4D68-A4F8-46E1423BE957}" presName="rootComposite" presStyleCnt="0"/>
      <dgm:spPr/>
    </dgm:pt>
    <dgm:pt modelId="{EE24AE19-BF64-4839-8BF6-16AB95A79EF9}" type="pres">
      <dgm:prSet presAssocID="{CC88778F-86F4-4D68-A4F8-46E1423BE957}" presName="rootText" presStyleLbl="node2" presStyleIdx="8" presStyleCnt="9">
        <dgm:presLayoutVars>
          <dgm:chPref val="3"/>
        </dgm:presLayoutVars>
      </dgm:prSet>
      <dgm:spPr/>
    </dgm:pt>
    <dgm:pt modelId="{D2850835-5A92-4305-9909-25B1DED343CD}" type="pres">
      <dgm:prSet presAssocID="{CC88778F-86F4-4D68-A4F8-46E1423BE957}" presName="rootConnector" presStyleLbl="node2" presStyleIdx="8" presStyleCnt="9"/>
      <dgm:spPr/>
    </dgm:pt>
    <dgm:pt modelId="{99119E88-B936-4CC3-B53D-35A30C6AE437}" type="pres">
      <dgm:prSet presAssocID="{CC88778F-86F4-4D68-A4F8-46E1423BE957}" presName="hierChild4" presStyleCnt="0"/>
      <dgm:spPr/>
    </dgm:pt>
    <dgm:pt modelId="{2BE9F318-A212-4973-93B4-BCFEDAF19ED4}" type="pres">
      <dgm:prSet presAssocID="{CC88778F-86F4-4D68-A4F8-46E1423BE957}" presName="hierChild5" presStyleCnt="0"/>
      <dgm:spPr/>
    </dgm:pt>
    <dgm:pt modelId="{2758DA1C-4F7E-4F5F-B64B-E1E4CF5E16F5}" type="pres">
      <dgm:prSet presAssocID="{1B8296E7-087D-4B0E-94EC-3ACA1DF6B3F6}" presName="hierChild3" presStyleCnt="0"/>
      <dgm:spPr/>
    </dgm:pt>
  </dgm:ptLst>
  <dgm:cxnLst>
    <dgm:cxn modelId="{3AF12905-FF91-4A4D-A920-C272551D82B5}" type="presOf" srcId="{E68C3F0E-3172-489B-827F-888B265E0FC6}" destId="{80D18186-A9CF-4560-AF0F-6CA8FBEE9AD0}" srcOrd="0" destOrd="0" presId="urn:microsoft.com/office/officeart/2009/3/layout/HorizontalOrganizationChart"/>
    <dgm:cxn modelId="{C3D6EC13-DD7D-4CB3-B659-1129246E3201}" srcId="{1B8296E7-087D-4B0E-94EC-3ACA1DF6B3F6}" destId="{D6907177-50D6-4D89-986B-694614619CF5}" srcOrd="0" destOrd="0" parTransId="{7504F88D-C8A8-4D37-9348-28C577B23946}" sibTransId="{7F20E6AF-9A2C-4703-AE6F-FDA73B5FB3AE}"/>
    <dgm:cxn modelId="{77C75D15-2ED6-49AA-B1B5-2D8C1AE57633}" srcId="{5B12E592-86A6-43F7-ABDB-8534A283476F}" destId="{E68C3F0E-3172-489B-827F-888B265E0FC6}" srcOrd="5" destOrd="0" parTransId="{8284336C-4D6E-498F-B655-59DFF6E51FFB}" sibTransId="{383D0404-6A34-4DB1-956D-659C11458372}"/>
    <dgm:cxn modelId="{116DC816-9EC7-41D5-892F-5ABF16E16E35}" type="presOf" srcId="{D6907177-50D6-4D89-986B-694614619CF5}" destId="{195D4CC4-D3F8-4D76-9407-4342AE2FB04E}" srcOrd="0" destOrd="0" presId="urn:microsoft.com/office/officeart/2009/3/layout/HorizontalOrganizationChart"/>
    <dgm:cxn modelId="{FAF9101B-BDF1-41F6-9E98-F1245BE0C898}" srcId="{5B12E592-86A6-43F7-ABDB-8534A283476F}" destId="{D4C256F6-F9FE-474A-B6EC-B7B4138B3CD5}" srcOrd="1" destOrd="0" parTransId="{80EB891B-018C-43D8-921E-5C26D5AEA5A2}" sibTransId="{57FC6450-7CED-4B02-9762-B4DCEADB6EAB}"/>
    <dgm:cxn modelId="{726FBE1D-B5A1-4196-B912-F9DDFC2BE3D1}" type="presOf" srcId="{72163F9E-C111-4FCE-9C89-6F6A7C94961E}" destId="{4B2E678B-CF9A-4F3A-AE9B-B67D028C0DB3}" srcOrd="0" destOrd="0" presId="urn:microsoft.com/office/officeart/2009/3/layout/HorizontalOrganizationChart"/>
    <dgm:cxn modelId="{4E18822B-FA4F-40E1-A020-E26092FAC7EE}" type="presOf" srcId="{7504F88D-C8A8-4D37-9348-28C577B23946}" destId="{8E250019-99C4-4F54-896B-D8E4E6452170}" srcOrd="0" destOrd="0" presId="urn:microsoft.com/office/officeart/2009/3/layout/HorizontalOrganizationChart"/>
    <dgm:cxn modelId="{FA7BEC39-82B9-46B6-9AE8-DFA359466468}" type="presOf" srcId="{5F076F87-7975-4E55-9C2E-746CC0C64163}" destId="{9676DAC3-4965-4F00-AA67-FB525EEAB6EE}" srcOrd="0" destOrd="0" presId="urn:microsoft.com/office/officeart/2009/3/layout/HorizontalOrganizationChart"/>
    <dgm:cxn modelId="{F80ADC3D-71E0-4D8C-9A6B-4FCF230596B0}" type="presOf" srcId="{9B21E954-D2DF-4E7C-90DD-E823F16E8F22}" destId="{D8A97B15-7D20-4677-85DE-F9745193F518}" srcOrd="0" destOrd="0" presId="urn:microsoft.com/office/officeart/2009/3/layout/HorizontalOrganizationChart"/>
    <dgm:cxn modelId="{F5D16B61-4D5B-4040-AD4D-5DD9A8A5EF64}" type="presOf" srcId="{50CC7034-D25A-4DE5-98F6-DA4C04773125}" destId="{E19BF52C-411A-410F-BD44-F960798EBDC0}" srcOrd="0" destOrd="0" presId="urn:microsoft.com/office/officeart/2009/3/layout/HorizontalOrganizationChart"/>
    <dgm:cxn modelId="{0981F065-0CDE-44B8-9A8C-09CF48CD7E8C}" type="presOf" srcId="{8284336C-4D6E-498F-B655-59DFF6E51FFB}" destId="{5F04BAA7-67CC-4DDA-A904-EBA26AC47BBB}" srcOrd="0" destOrd="0" presId="urn:microsoft.com/office/officeart/2009/3/layout/HorizontalOrganizationChart"/>
    <dgm:cxn modelId="{ADBC9946-5683-44D7-BCA4-38255E1BE834}" type="presOf" srcId="{5B12E592-86A6-43F7-ABDB-8534A283476F}" destId="{18D66BF6-2C63-48F7-8CD0-4896A63C05AD}" srcOrd="0" destOrd="0" presId="urn:microsoft.com/office/officeart/2009/3/layout/HorizontalOrganizationChart"/>
    <dgm:cxn modelId="{5B03AE46-0F9E-48A0-AD69-781D83C9FCEE}" srcId="{5B12E592-86A6-43F7-ABDB-8534A283476F}" destId="{5F076F87-7975-4E55-9C2E-746CC0C64163}" srcOrd="3" destOrd="0" parTransId="{7D10C501-8AB9-4410-94BF-A3ADB23C5137}" sibTransId="{461E1A78-5469-4C5F-B5FF-982CFACB1D72}"/>
    <dgm:cxn modelId="{86680569-77A0-4CFF-AD41-6354BD8F25A9}" type="presOf" srcId="{7EF95500-7B85-4E81-A7AB-DCFD33FFEB59}" destId="{1864303E-929D-4767-A548-A30D23985F5A}" srcOrd="1" destOrd="0" presId="urn:microsoft.com/office/officeart/2009/3/layout/HorizontalOrganizationChart"/>
    <dgm:cxn modelId="{BE11B14E-CB59-4A12-BB92-EE0A6BAF4BA3}" type="presOf" srcId="{0FFF51F7-66A3-4902-A592-45B74C6760E3}" destId="{CC3E2385-90F5-4B1A-AB04-324FA59150F9}" srcOrd="0" destOrd="0" presId="urn:microsoft.com/office/officeart/2009/3/layout/HorizontalOrganizationChart"/>
    <dgm:cxn modelId="{6C7E6E6F-5A64-46ED-BF46-1DA2383989B7}" srcId="{5B12E592-86A6-43F7-ABDB-8534A283476F}" destId="{72163F9E-C111-4FCE-9C89-6F6A7C94961E}" srcOrd="0" destOrd="0" parTransId="{5FAC33A1-89F5-4AB9-9B5C-5882A6420B52}" sibTransId="{569FD3AE-CF31-4735-9CC6-65351247EB04}"/>
    <dgm:cxn modelId="{58428570-29C3-4A2C-9C61-72CB24408DEB}" srcId="{5B12E592-86A6-43F7-ABDB-8534A283476F}" destId="{9293EA04-DF33-4DB9-8963-C7762B059F7F}" srcOrd="4" destOrd="0" parTransId="{50CC7034-D25A-4DE5-98F6-DA4C04773125}" sibTransId="{BAC1272B-09F9-426C-A778-9AD9D5518EDA}"/>
    <dgm:cxn modelId="{BFBB9957-7369-483B-8486-21052ABD2841}" type="presOf" srcId="{D4C256F6-F9FE-474A-B6EC-B7B4138B3CD5}" destId="{85DD805A-37E4-4A4C-BD61-35443B49BEB9}" srcOrd="1" destOrd="0" presId="urn:microsoft.com/office/officeart/2009/3/layout/HorizontalOrganizationChart"/>
    <dgm:cxn modelId="{FC9FB178-8D41-4C7E-A183-A52475424A36}" type="presOf" srcId="{80EB891B-018C-43D8-921E-5C26D5AEA5A2}" destId="{F6A85414-92D5-45EA-AAFC-3F382B89012D}" srcOrd="0" destOrd="0" presId="urn:microsoft.com/office/officeart/2009/3/layout/HorizontalOrganizationChart"/>
    <dgm:cxn modelId="{DB7AB678-7564-48BC-838C-CF88AEBED33D}" type="presOf" srcId="{9658D25C-E126-4008-86A9-E463371BE93F}" destId="{C96CCBDF-4E52-4491-BB51-A5D6E813977A}" srcOrd="0" destOrd="0" presId="urn:microsoft.com/office/officeart/2009/3/layout/HorizontalOrganizationChart"/>
    <dgm:cxn modelId="{884C6E79-5D9C-45E0-9D4E-90DBE1612FB3}" srcId="{5B12E592-86A6-43F7-ABDB-8534A283476F}" destId="{7EF95500-7B85-4E81-A7AB-DCFD33FFEB59}" srcOrd="6" destOrd="0" parTransId="{9B21E954-D2DF-4E7C-90DD-E823F16E8F22}" sibTransId="{EDA3FAB9-9E82-43F5-81E8-D0036105BC56}"/>
    <dgm:cxn modelId="{CA53587F-8B03-4A92-A78C-EC985E78224E}" type="presOf" srcId="{D6907177-50D6-4D89-986B-694614619CF5}" destId="{5D82A590-226C-47F9-9425-61E9E8DA72E2}" srcOrd="1" destOrd="0" presId="urn:microsoft.com/office/officeart/2009/3/layout/HorizontalOrganizationChart"/>
    <dgm:cxn modelId="{AE33AD84-5197-47D3-810B-80CD0A006AD3}" type="presOf" srcId="{9BEB521C-E324-4F6B-AB62-E54ED76BC2D5}" destId="{A3498841-7EC0-4496-B849-74A3742B6D5B}" srcOrd="0" destOrd="0" presId="urn:microsoft.com/office/officeart/2009/3/layout/HorizontalOrganizationChart"/>
    <dgm:cxn modelId="{DDFDEF8A-6757-4FE5-B9A5-DB8839345FA8}" type="presOf" srcId="{E68C3F0E-3172-489B-827F-888B265E0FC6}" destId="{5DD11DBD-04F3-446A-80B6-527CF2C0A8D1}" srcOrd="1" destOrd="0" presId="urn:microsoft.com/office/officeart/2009/3/layout/HorizontalOrganizationChart"/>
    <dgm:cxn modelId="{29B0CD8B-C9F3-49C6-B513-E062BE7934FE}" type="presOf" srcId="{1B8296E7-087D-4B0E-94EC-3ACA1DF6B3F6}" destId="{111705AC-FED7-43D3-9BCF-0A870CEFF8DB}" srcOrd="1" destOrd="0" presId="urn:microsoft.com/office/officeart/2009/3/layout/HorizontalOrganizationChart"/>
    <dgm:cxn modelId="{9AB9D991-7E8E-4653-8639-BA4E688CF121}" srcId="{0FFF51F7-66A3-4902-A592-45B74C6760E3}" destId="{5B12E592-86A6-43F7-ABDB-8534A283476F}" srcOrd="0" destOrd="0" parTransId="{8CB0C99B-2915-4BB5-B390-EA368462CE69}" sibTransId="{6FC27FAB-8D29-46B5-A7E4-3AC283B85B49}"/>
    <dgm:cxn modelId="{3F62D4A6-3786-46AB-84C6-A7A978E7B6C2}" type="presOf" srcId="{D4C256F6-F9FE-474A-B6EC-B7B4138B3CD5}" destId="{2B088752-BE91-4CCE-BBBC-3DD23750CE7F}" srcOrd="0" destOrd="0" presId="urn:microsoft.com/office/officeart/2009/3/layout/HorizontalOrganizationChart"/>
    <dgm:cxn modelId="{19E5CBA8-8412-48B2-BCE0-649A405E1710}" type="presOf" srcId="{9293EA04-DF33-4DB9-8963-C7762B059F7F}" destId="{891F3EF0-BB95-471B-80F1-16902F46B0A0}" srcOrd="0" destOrd="0" presId="urn:microsoft.com/office/officeart/2009/3/layout/HorizontalOrganizationChart"/>
    <dgm:cxn modelId="{2A0196B7-4764-47B5-AFC0-2D3D4AA230D6}" srcId="{0FFF51F7-66A3-4902-A592-45B74C6760E3}" destId="{1B8296E7-087D-4B0E-94EC-3ACA1DF6B3F6}" srcOrd="1" destOrd="0" parTransId="{E33F22FD-EA48-4858-A199-48125A6B573E}" sibTransId="{90888AB9-77C2-47B1-8A1C-1A918B029C45}"/>
    <dgm:cxn modelId="{F43A7CBA-CBEC-4290-A5E6-634A1D14178A}" srcId="{5B12E592-86A6-43F7-ABDB-8534A283476F}" destId="{A0D769B6-4680-447F-AC31-AD353B888F9B}" srcOrd="2" destOrd="0" parTransId="{9658D25C-E126-4008-86A9-E463371BE93F}" sibTransId="{C8DCC319-43C4-4586-A79A-221587ECED97}"/>
    <dgm:cxn modelId="{C1FAD4BD-7E86-4AF4-9D13-5AC9C771402F}" type="presOf" srcId="{5F076F87-7975-4E55-9C2E-746CC0C64163}" destId="{CB77F134-0B73-4CA3-A11A-CC6ACD7AC098}" srcOrd="1" destOrd="0" presId="urn:microsoft.com/office/officeart/2009/3/layout/HorizontalOrganizationChart"/>
    <dgm:cxn modelId="{15BEB4C2-6332-4346-A459-2DAA94D6B414}" type="presOf" srcId="{A0D769B6-4680-447F-AC31-AD353B888F9B}" destId="{3DE8D3C0-158B-48D9-8374-ACF83B7D45BF}" srcOrd="1" destOrd="0" presId="urn:microsoft.com/office/officeart/2009/3/layout/HorizontalOrganizationChart"/>
    <dgm:cxn modelId="{74C518C3-0B15-44EC-9DD5-39FA54E05D01}" type="presOf" srcId="{1B8296E7-087D-4B0E-94EC-3ACA1DF6B3F6}" destId="{94E71ECA-6E40-4585-93FF-1C45D1E2FD8D}" srcOrd="0" destOrd="0" presId="urn:microsoft.com/office/officeart/2009/3/layout/HorizontalOrganizationChart"/>
    <dgm:cxn modelId="{881114D3-3EE5-4E78-BED8-36A70BF31BC3}" type="presOf" srcId="{7D10C501-8AB9-4410-94BF-A3ADB23C5137}" destId="{8141E0BB-26CB-42E5-A3DA-9241E0EA1EBD}" srcOrd="0" destOrd="0" presId="urn:microsoft.com/office/officeart/2009/3/layout/HorizontalOrganizationChart"/>
    <dgm:cxn modelId="{E26C25D3-C916-4FA1-B5C4-6AC20A7901D2}" srcId="{1B8296E7-087D-4B0E-94EC-3ACA1DF6B3F6}" destId="{CC88778F-86F4-4D68-A4F8-46E1423BE957}" srcOrd="1" destOrd="0" parTransId="{9BEB521C-E324-4F6B-AB62-E54ED76BC2D5}" sibTransId="{BEFC15F9-3517-4D28-8002-AE7FB117C5A2}"/>
    <dgm:cxn modelId="{D565FAD5-0F80-4550-9931-CE4DFEB778A6}" type="presOf" srcId="{CC88778F-86F4-4D68-A4F8-46E1423BE957}" destId="{EE24AE19-BF64-4839-8BF6-16AB95A79EF9}" srcOrd="0" destOrd="0" presId="urn:microsoft.com/office/officeart/2009/3/layout/HorizontalOrganizationChart"/>
    <dgm:cxn modelId="{3CCFFDE3-EEA1-47DB-BD6A-0C610C615F45}" type="presOf" srcId="{A0D769B6-4680-447F-AC31-AD353B888F9B}" destId="{DAAA5119-0EE2-4EA5-8CA5-B56714CCFA28}" srcOrd="0" destOrd="0" presId="urn:microsoft.com/office/officeart/2009/3/layout/HorizontalOrganizationChart"/>
    <dgm:cxn modelId="{FE8FC4E6-193E-408C-9F4A-1ACE5EB2D86F}" type="presOf" srcId="{72163F9E-C111-4FCE-9C89-6F6A7C94961E}" destId="{D9A71430-9347-4A34-9F56-6B003C8051CC}" srcOrd="1" destOrd="0" presId="urn:microsoft.com/office/officeart/2009/3/layout/HorizontalOrganizationChart"/>
    <dgm:cxn modelId="{5492DDE6-3724-4912-886B-F7FBEAA835E5}" type="presOf" srcId="{5FAC33A1-89F5-4AB9-9B5C-5882A6420B52}" destId="{4F0CB5EE-381D-4C25-A79C-E199B06C31AA}" srcOrd="0" destOrd="0" presId="urn:microsoft.com/office/officeart/2009/3/layout/HorizontalOrganizationChart"/>
    <dgm:cxn modelId="{886AC3E7-9A95-45F2-A9BC-FE7A49CD4989}" type="presOf" srcId="{7EF95500-7B85-4E81-A7AB-DCFD33FFEB59}" destId="{36F166E0-BD69-4E7D-B1AE-56D8A9986E72}" srcOrd="0" destOrd="0" presId="urn:microsoft.com/office/officeart/2009/3/layout/HorizontalOrganizationChart"/>
    <dgm:cxn modelId="{456754EA-057C-4D9A-AAB3-A1B523D66115}" type="presOf" srcId="{CC88778F-86F4-4D68-A4F8-46E1423BE957}" destId="{D2850835-5A92-4305-9909-25B1DED343CD}" srcOrd="1" destOrd="0" presId="urn:microsoft.com/office/officeart/2009/3/layout/HorizontalOrganizationChart"/>
    <dgm:cxn modelId="{7FA4F8EE-D8BC-4E79-90EA-683E4A8CA06F}" type="presOf" srcId="{5B12E592-86A6-43F7-ABDB-8534A283476F}" destId="{78700AFA-F0CD-422C-AD0A-FB00D8C4B57C}" srcOrd="1" destOrd="0" presId="urn:microsoft.com/office/officeart/2009/3/layout/HorizontalOrganizationChart"/>
    <dgm:cxn modelId="{9DF577FE-EBE2-43FB-BB94-0CBABF4914F4}" type="presOf" srcId="{9293EA04-DF33-4DB9-8963-C7762B059F7F}" destId="{61FCDCC1-C209-4CBB-B06E-38AEA615D1ED}" srcOrd="1" destOrd="0" presId="urn:microsoft.com/office/officeart/2009/3/layout/HorizontalOrganizationChart"/>
    <dgm:cxn modelId="{2F6D83C0-08FE-4AA0-92E2-32947B39EF61}" type="presParOf" srcId="{CC3E2385-90F5-4B1A-AB04-324FA59150F9}" destId="{1572F86E-D105-42CD-B4AF-CC8B4033C8CB}" srcOrd="0" destOrd="0" presId="urn:microsoft.com/office/officeart/2009/3/layout/HorizontalOrganizationChart"/>
    <dgm:cxn modelId="{0F7A8EAD-D30B-4F80-AD4D-79140CABE949}" type="presParOf" srcId="{1572F86E-D105-42CD-B4AF-CC8B4033C8CB}" destId="{6F137CE8-C3CC-4D87-B8DB-BEDBF810F100}" srcOrd="0" destOrd="0" presId="urn:microsoft.com/office/officeart/2009/3/layout/HorizontalOrganizationChart"/>
    <dgm:cxn modelId="{5578C6EB-F0B7-4F67-A453-CA148EC438A5}" type="presParOf" srcId="{6F137CE8-C3CC-4D87-B8DB-BEDBF810F100}" destId="{18D66BF6-2C63-48F7-8CD0-4896A63C05AD}" srcOrd="0" destOrd="0" presId="urn:microsoft.com/office/officeart/2009/3/layout/HorizontalOrganizationChart"/>
    <dgm:cxn modelId="{903442D9-5704-468D-A55F-A7ADDCECDE57}" type="presParOf" srcId="{6F137CE8-C3CC-4D87-B8DB-BEDBF810F100}" destId="{78700AFA-F0CD-422C-AD0A-FB00D8C4B57C}" srcOrd="1" destOrd="0" presId="urn:microsoft.com/office/officeart/2009/3/layout/HorizontalOrganizationChart"/>
    <dgm:cxn modelId="{8E10F41F-D069-4F91-937D-C1A408192194}" type="presParOf" srcId="{1572F86E-D105-42CD-B4AF-CC8B4033C8CB}" destId="{34002ACD-2BF6-4849-9B53-4CEB60EDA824}" srcOrd="1" destOrd="0" presId="urn:microsoft.com/office/officeart/2009/3/layout/HorizontalOrganizationChart"/>
    <dgm:cxn modelId="{4F17137F-1DCF-4AF0-8351-9CC52057FFCA}" type="presParOf" srcId="{34002ACD-2BF6-4849-9B53-4CEB60EDA824}" destId="{4F0CB5EE-381D-4C25-A79C-E199B06C31AA}" srcOrd="0" destOrd="0" presId="urn:microsoft.com/office/officeart/2009/3/layout/HorizontalOrganizationChart"/>
    <dgm:cxn modelId="{0DC600C2-354B-4F95-81F0-C94665F60F72}" type="presParOf" srcId="{34002ACD-2BF6-4849-9B53-4CEB60EDA824}" destId="{7076B893-CDBF-41A7-9C6E-7FEA52D837DE}" srcOrd="1" destOrd="0" presId="urn:microsoft.com/office/officeart/2009/3/layout/HorizontalOrganizationChart"/>
    <dgm:cxn modelId="{0A585359-A9AF-4F25-9C58-9B4B8C4941C5}" type="presParOf" srcId="{7076B893-CDBF-41A7-9C6E-7FEA52D837DE}" destId="{252699B1-EE7B-4F45-9599-13CE63A95DBE}" srcOrd="0" destOrd="0" presId="urn:microsoft.com/office/officeart/2009/3/layout/HorizontalOrganizationChart"/>
    <dgm:cxn modelId="{546FD6FB-4C57-4BF0-9B2F-AA1BE5F3CADE}" type="presParOf" srcId="{252699B1-EE7B-4F45-9599-13CE63A95DBE}" destId="{4B2E678B-CF9A-4F3A-AE9B-B67D028C0DB3}" srcOrd="0" destOrd="0" presId="urn:microsoft.com/office/officeart/2009/3/layout/HorizontalOrganizationChart"/>
    <dgm:cxn modelId="{A4767C40-9633-41CA-8F80-DE3FA21B8893}" type="presParOf" srcId="{252699B1-EE7B-4F45-9599-13CE63A95DBE}" destId="{D9A71430-9347-4A34-9F56-6B003C8051CC}" srcOrd="1" destOrd="0" presId="urn:microsoft.com/office/officeart/2009/3/layout/HorizontalOrganizationChart"/>
    <dgm:cxn modelId="{B12A8F2D-04B2-40CD-BE0E-E1183E73D0EE}" type="presParOf" srcId="{7076B893-CDBF-41A7-9C6E-7FEA52D837DE}" destId="{0441BDA9-7B18-4B3C-B581-3B712A2B4B06}" srcOrd="1" destOrd="0" presId="urn:microsoft.com/office/officeart/2009/3/layout/HorizontalOrganizationChart"/>
    <dgm:cxn modelId="{4FD5B206-0C64-4B0E-B475-7EC473176EA9}" type="presParOf" srcId="{7076B893-CDBF-41A7-9C6E-7FEA52D837DE}" destId="{DFC53255-B1FA-46C1-825C-E1FD6EDE3530}" srcOrd="2" destOrd="0" presId="urn:microsoft.com/office/officeart/2009/3/layout/HorizontalOrganizationChart"/>
    <dgm:cxn modelId="{A27E3F24-2BB6-4C69-86CD-FA7EFF919198}" type="presParOf" srcId="{34002ACD-2BF6-4849-9B53-4CEB60EDA824}" destId="{F6A85414-92D5-45EA-AAFC-3F382B89012D}" srcOrd="2" destOrd="0" presId="urn:microsoft.com/office/officeart/2009/3/layout/HorizontalOrganizationChart"/>
    <dgm:cxn modelId="{1C3BD126-92FB-46D3-9853-7947F681E83F}" type="presParOf" srcId="{34002ACD-2BF6-4849-9B53-4CEB60EDA824}" destId="{C3180887-6C39-4F89-A429-46BC33E5D823}" srcOrd="3" destOrd="0" presId="urn:microsoft.com/office/officeart/2009/3/layout/HorizontalOrganizationChart"/>
    <dgm:cxn modelId="{405DEF3E-67F4-48BC-877D-98D20E05B79C}" type="presParOf" srcId="{C3180887-6C39-4F89-A429-46BC33E5D823}" destId="{BFEAEDE3-B5E9-49C8-9A3F-BF8E30B2674F}" srcOrd="0" destOrd="0" presId="urn:microsoft.com/office/officeart/2009/3/layout/HorizontalOrganizationChart"/>
    <dgm:cxn modelId="{AADFAF3A-CA93-4FB7-ACF5-F73FF40B41EA}" type="presParOf" srcId="{BFEAEDE3-B5E9-49C8-9A3F-BF8E30B2674F}" destId="{2B088752-BE91-4CCE-BBBC-3DD23750CE7F}" srcOrd="0" destOrd="0" presId="urn:microsoft.com/office/officeart/2009/3/layout/HorizontalOrganizationChart"/>
    <dgm:cxn modelId="{756CF3D4-5A31-4CD1-93E5-BE4D02864A5F}" type="presParOf" srcId="{BFEAEDE3-B5E9-49C8-9A3F-BF8E30B2674F}" destId="{85DD805A-37E4-4A4C-BD61-35443B49BEB9}" srcOrd="1" destOrd="0" presId="urn:microsoft.com/office/officeart/2009/3/layout/HorizontalOrganizationChart"/>
    <dgm:cxn modelId="{A53581DE-55AA-472E-887B-3F63B43F278A}" type="presParOf" srcId="{C3180887-6C39-4F89-A429-46BC33E5D823}" destId="{672C2369-0598-415D-9356-84D00F550530}" srcOrd="1" destOrd="0" presId="urn:microsoft.com/office/officeart/2009/3/layout/HorizontalOrganizationChart"/>
    <dgm:cxn modelId="{CA25B13A-C4F8-454E-8394-CEC7CF932CB7}" type="presParOf" srcId="{C3180887-6C39-4F89-A429-46BC33E5D823}" destId="{EEFA3F8B-96CF-43F6-A77A-8E3874F238A3}" srcOrd="2" destOrd="0" presId="urn:microsoft.com/office/officeart/2009/3/layout/HorizontalOrganizationChart"/>
    <dgm:cxn modelId="{B098E35A-96B0-4C5D-B3C3-4F6E359B7545}" type="presParOf" srcId="{34002ACD-2BF6-4849-9B53-4CEB60EDA824}" destId="{C96CCBDF-4E52-4491-BB51-A5D6E813977A}" srcOrd="4" destOrd="0" presId="urn:microsoft.com/office/officeart/2009/3/layout/HorizontalOrganizationChart"/>
    <dgm:cxn modelId="{749478AE-0F6E-4A17-B927-14ADE9722090}" type="presParOf" srcId="{34002ACD-2BF6-4849-9B53-4CEB60EDA824}" destId="{52D74E11-CEC6-4140-966F-DD2A64E03A2E}" srcOrd="5" destOrd="0" presId="urn:microsoft.com/office/officeart/2009/3/layout/HorizontalOrganizationChart"/>
    <dgm:cxn modelId="{1ACEFA59-FE57-4F1B-A6EB-CE46B06453D8}" type="presParOf" srcId="{52D74E11-CEC6-4140-966F-DD2A64E03A2E}" destId="{0E1CBAED-3640-43C4-9137-74D3E5FEB2B0}" srcOrd="0" destOrd="0" presId="urn:microsoft.com/office/officeart/2009/3/layout/HorizontalOrganizationChart"/>
    <dgm:cxn modelId="{A39A7A82-9EFB-4D09-927F-8E0D1E670A3E}" type="presParOf" srcId="{0E1CBAED-3640-43C4-9137-74D3E5FEB2B0}" destId="{DAAA5119-0EE2-4EA5-8CA5-B56714CCFA28}" srcOrd="0" destOrd="0" presId="urn:microsoft.com/office/officeart/2009/3/layout/HorizontalOrganizationChart"/>
    <dgm:cxn modelId="{5B764A37-954C-4C5F-99FE-A0B81BF2A0B2}" type="presParOf" srcId="{0E1CBAED-3640-43C4-9137-74D3E5FEB2B0}" destId="{3DE8D3C0-158B-48D9-8374-ACF83B7D45BF}" srcOrd="1" destOrd="0" presId="urn:microsoft.com/office/officeart/2009/3/layout/HorizontalOrganizationChart"/>
    <dgm:cxn modelId="{3E302F12-C022-41F9-91B3-1C62DDD6F6EA}" type="presParOf" srcId="{52D74E11-CEC6-4140-966F-DD2A64E03A2E}" destId="{CB34FF33-13E8-4828-B1C0-47CF5F251FF0}" srcOrd="1" destOrd="0" presId="urn:microsoft.com/office/officeart/2009/3/layout/HorizontalOrganizationChart"/>
    <dgm:cxn modelId="{E1D5B254-7904-47B3-9A2F-EB9185D988E6}" type="presParOf" srcId="{52D74E11-CEC6-4140-966F-DD2A64E03A2E}" destId="{2873E38E-3390-495F-AB59-075DFB346A01}" srcOrd="2" destOrd="0" presId="urn:microsoft.com/office/officeart/2009/3/layout/HorizontalOrganizationChart"/>
    <dgm:cxn modelId="{C7C48BB8-625A-4BE2-88C3-91A21EAC8856}" type="presParOf" srcId="{34002ACD-2BF6-4849-9B53-4CEB60EDA824}" destId="{8141E0BB-26CB-42E5-A3DA-9241E0EA1EBD}" srcOrd="6" destOrd="0" presId="urn:microsoft.com/office/officeart/2009/3/layout/HorizontalOrganizationChart"/>
    <dgm:cxn modelId="{FFF18748-703F-49BA-B76B-419A6ACD9103}" type="presParOf" srcId="{34002ACD-2BF6-4849-9B53-4CEB60EDA824}" destId="{CB7E7781-02C3-41E2-908D-63940EC9EBD4}" srcOrd="7" destOrd="0" presId="urn:microsoft.com/office/officeart/2009/3/layout/HorizontalOrganizationChart"/>
    <dgm:cxn modelId="{F528DD46-BBE5-42E2-A07B-FF9F730DDB37}" type="presParOf" srcId="{CB7E7781-02C3-41E2-908D-63940EC9EBD4}" destId="{0D50068F-C10B-4627-B2B7-449F4BC8F1D9}" srcOrd="0" destOrd="0" presId="urn:microsoft.com/office/officeart/2009/3/layout/HorizontalOrganizationChart"/>
    <dgm:cxn modelId="{91CDDC9D-26D8-4F02-B452-4F2CB6D1F8BA}" type="presParOf" srcId="{0D50068F-C10B-4627-B2B7-449F4BC8F1D9}" destId="{9676DAC3-4965-4F00-AA67-FB525EEAB6EE}" srcOrd="0" destOrd="0" presId="urn:microsoft.com/office/officeart/2009/3/layout/HorizontalOrganizationChart"/>
    <dgm:cxn modelId="{28B35714-97DF-4798-8396-D5DFEF474478}" type="presParOf" srcId="{0D50068F-C10B-4627-B2B7-449F4BC8F1D9}" destId="{CB77F134-0B73-4CA3-A11A-CC6ACD7AC098}" srcOrd="1" destOrd="0" presId="urn:microsoft.com/office/officeart/2009/3/layout/HorizontalOrganizationChart"/>
    <dgm:cxn modelId="{902E8B64-A08F-4519-BEBB-5EB4CAC10194}" type="presParOf" srcId="{CB7E7781-02C3-41E2-908D-63940EC9EBD4}" destId="{596C9ED7-6060-49E5-B4E7-B0DDD78CEC12}" srcOrd="1" destOrd="0" presId="urn:microsoft.com/office/officeart/2009/3/layout/HorizontalOrganizationChart"/>
    <dgm:cxn modelId="{0FE136E2-F474-42AA-9471-9B716E8EE2C2}" type="presParOf" srcId="{CB7E7781-02C3-41E2-908D-63940EC9EBD4}" destId="{8F4EF22B-2392-4271-9CC0-D2248BC4E6D2}" srcOrd="2" destOrd="0" presId="urn:microsoft.com/office/officeart/2009/3/layout/HorizontalOrganizationChart"/>
    <dgm:cxn modelId="{5FABF76E-2E9C-4B2E-AED2-8260EB3C91C3}" type="presParOf" srcId="{34002ACD-2BF6-4849-9B53-4CEB60EDA824}" destId="{E19BF52C-411A-410F-BD44-F960798EBDC0}" srcOrd="8" destOrd="0" presId="urn:microsoft.com/office/officeart/2009/3/layout/HorizontalOrganizationChart"/>
    <dgm:cxn modelId="{2A637519-75CF-4E21-8F3E-48C6B1BE24FD}" type="presParOf" srcId="{34002ACD-2BF6-4849-9B53-4CEB60EDA824}" destId="{CD9A33F0-3D66-4E2E-B716-DFA0189AC056}" srcOrd="9" destOrd="0" presId="urn:microsoft.com/office/officeart/2009/3/layout/HorizontalOrganizationChart"/>
    <dgm:cxn modelId="{C9BD967D-DB68-403D-ABA6-EA981425374B}" type="presParOf" srcId="{CD9A33F0-3D66-4E2E-B716-DFA0189AC056}" destId="{ECD0DEF1-4DD6-45BB-AB72-716007156187}" srcOrd="0" destOrd="0" presId="urn:microsoft.com/office/officeart/2009/3/layout/HorizontalOrganizationChart"/>
    <dgm:cxn modelId="{6448B0D7-D273-4B37-B675-D97BB9C2314F}" type="presParOf" srcId="{ECD0DEF1-4DD6-45BB-AB72-716007156187}" destId="{891F3EF0-BB95-471B-80F1-16902F46B0A0}" srcOrd="0" destOrd="0" presId="urn:microsoft.com/office/officeart/2009/3/layout/HorizontalOrganizationChart"/>
    <dgm:cxn modelId="{4BD15571-CF43-4166-BBFF-2D45D735C9BE}" type="presParOf" srcId="{ECD0DEF1-4DD6-45BB-AB72-716007156187}" destId="{61FCDCC1-C209-4CBB-B06E-38AEA615D1ED}" srcOrd="1" destOrd="0" presId="urn:microsoft.com/office/officeart/2009/3/layout/HorizontalOrganizationChart"/>
    <dgm:cxn modelId="{E0258A67-B10E-4CD7-8813-531D61CD289C}" type="presParOf" srcId="{CD9A33F0-3D66-4E2E-B716-DFA0189AC056}" destId="{8F212B9B-3F23-4455-9BCA-6EE9E4CC0C69}" srcOrd="1" destOrd="0" presId="urn:microsoft.com/office/officeart/2009/3/layout/HorizontalOrganizationChart"/>
    <dgm:cxn modelId="{F5796FC2-B0AB-4FC9-93D4-AA07990D2D34}" type="presParOf" srcId="{CD9A33F0-3D66-4E2E-B716-DFA0189AC056}" destId="{078091F8-F878-495A-8ABD-8CB2331D823F}" srcOrd="2" destOrd="0" presId="urn:microsoft.com/office/officeart/2009/3/layout/HorizontalOrganizationChart"/>
    <dgm:cxn modelId="{EF627554-40B3-47A9-8807-2866D0F68E87}" type="presParOf" srcId="{34002ACD-2BF6-4849-9B53-4CEB60EDA824}" destId="{5F04BAA7-67CC-4DDA-A904-EBA26AC47BBB}" srcOrd="10" destOrd="0" presId="urn:microsoft.com/office/officeart/2009/3/layout/HorizontalOrganizationChart"/>
    <dgm:cxn modelId="{BA236FFC-BEF7-4338-8057-230AD2806DFB}" type="presParOf" srcId="{34002ACD-2BF6-4849-9B53-4CEB60EDA824}" destId="{DE6EC364-B4DC-4371-B461-3A321F360872}" srcOrd="11" destOrd="0" presId="urn:microsoft.com/office/officeart/2009/3/layout/HorizontalOrganizationChart"/>
    <dgm:cxn modelId="{7299BC5E-C59C-4AFC-B81B-CC3C253FC326}" type="presParOf" srcId="{DE6EC364-B4DC-4371-B461-3A321F360872}" destId="{9D792D29-6CFF-456E-A5C7-3AFC9834374A}" srcOrd="0" destOrd="0" presId="urn:microsoft.com/office/officeart/2009/3/layout/HorizontalOrganizationChart"/>
    <dgm:cxn modelId="{ABBC42E8-DFDE-4375-89F9-71117BFAED23}" type="presParOf" srcId="{9D792D29-6CFF-456E-A5C7-3AFC9834374A}" destId="{80D18186-A9CF-4560-AF0F-6CA8FBEE9AD0}" srcOrd="0" destOrd="0" presId="urn:microsoft.com/office/officeart/2009/3/layout/HorizontalOrganizationChart"/>
    <dgm:cxn modelId="{FECD874D-5145-4507-8726-8A495BA07C86}" type="presParOf" srcId="{9D792D29-6CFF-456E-A5C7-3AFC9834374A}" destId="{5DD11DBD-04F3-446A-80B6-527CF2C0A8D1}" srcOrd="1" destOrd="0" presId="urn:microsoft.com/office/officeart/2009/3/layout/HorizontalOrganizationChart"/>
    <dgm:cxn modelId="{A74D0391-59F3-4627-82FA-B55F2E5CE43C}" type="presParOf" srcId="{DE6EC364-B4DC-4371-B461-3A321F360872}" destId="{AC3F247D-D27B-4178-BC6B-3A75BE188635}" srcOrd="1" destOrd="0" presId="urn:microsoft.com/office/officeart/2009/3/layout/HorizontalOrganizationChart"/>
    <dgm:cxn modelId="{F7D0FA11-A691-4BD6-89D9-2D57D541B580}" type="presParOf" srcId="{DE6EC364-B4DC-4371-B461-3A321F360872}" destId="{F36D69FE-9CA5-453D-831B-9D8BC366CC07}" srcOrd="2" destOrd="0" presId="urn:microsoft.com/office/officeart/2009/3/layout/HorizontalOrganizationChart"/>
    <dgm:cxn modelId="{32E53FCF-37C3-47A3-8705-233F4DC7C40E}" type="presParOf" srcId="{34002ACD-2BF6-4849-9B53-4CEB60EDA824}" destId="{D8A97B15-7D20-4677-85DE-F9745193F518}" srcOrd="12" destOrd="0" presId="urn:microsoft.com/office/officeart/2009/3/layout/HorizontalOrganizationChart"/>
    <dgm:cxn modelId="{5A88B7D9-0D5A-410B-A48E-79813CBEFF4A}" type="presParOf" srcId="{34002ACD-2BF6-4849-9B53-4CEB60EDA824}" destId="{A2D5B8A2-195C-418C-B757-BC7E81DA8B26}" srcOrd="13" destOrd="0" presId="urn:microsoft.com/office/officeart/2009/3/layout/HorizontalOrganizationChart"/>
    <dgm:cxn modelId="{1DCE7CAE-A52F-49DE-B533-0FD5D1BFCE6B}" type="presParOf" srcId="{A2D5B8A2-195C-418C-B757-BC7E81DA8B26}" destId="{7298C17C-5F30-407A-A6C3-8A8AE7E6D544}" srcOrd="0" destOrd="0" presId="urn:microsoft.com/office/officeart/2009/3/layout/HorizontalOrganizationChart"/>
    <dgm:cxn modelId="{DBCE1332-2A3B-4E34-8498-5E2C6624982F}" type="presParOf" srcId="{7298C17C-5F30-407A-A6C3-8A8AE7E6D544}" destId="{36F166E0-BD69-4E7D-B1AE-56D8A9986E72}" srcOrd="0" destOrd="0" presId="urn:microsoft.com/office/officeart/2009/3/layout/HorizontalOrganizationChart"/>
    <dgm:cxn modelId="{72F0A73B-60C7-40BC-AEBB-17E5C777718F}" type="presParOf" srcId="{7298C17C-5F30-407A-A6C3-8A8AE7E6D544}" destId="{1864303E-929D-4767-A548-A30D23985F5A}" srcOrd="1" destOrd="0" presId="urn:microsoft.com/office/officeart/2009/3/layout/HorizontalOrganizationChart"/>
    <dgm:cxn modelId="{0986DA36-8305-4375-A9FF-F524A228893F}" type="presParOf" srcId="{A2D5B8A2-195C-418C-B757-BC7E81DA8B26}" destId="{FE9BA5D9-7080-4C3F-BF6C-588EA4549B19}" srcOrd="1" destOrd="0" presId="urn:microsoft.com/office/officeart/2009/3/layout/HorizontalOrganizationChart"/>
    <dgm:cxn modelId="{FF4AA319-02C4-42DA-9D62-39C6DA58C534}" type="presParOf" srcId="{A2D5B8A2-195C-418C-B757-BC7E81DA8B26}" destId="{D7C58355-917E-456B-9BEA-8053F3C1F574}" srcOrd="2" destOrd="0" presId="urn:microsoft.com/office/officeart/2009/3/layout/HorizontalOrganizationChart"/>
    <dgm:cxn modelId="{0750E194-CF41-4FF9-BAA6-D41E906B333C}" type="presParOf" srcId="{1572F86E-D105-42CD-B4AF-CC8B4033C8CB}" destId="{24864028-5E75-4890-97B8-4F512CD67032}" srcOrd="2" destOrd="0" presId="urn:microsoft.com/office/officeart/2009/3/layout/HorizontalOrganizationChart"/>
    <dgm:cxn modelId="{423C83D4-704A-4538-9CBD-F489AA15D84D}" type="presParOf" srcId="{CC3E2385-90F5-4B1A-AB04-324FA59150F9}" destId="{BA8D8A0D-D7C7-436C-9A71-8B8C3B59209C}" srcOrd="1" destOrd="0" presId="urn:microsoft.com/office/officeart/2009/3/layout/HorizontalOrganizationChart"/>
    <dgm:cxn modelId="{B98A6617-E974-4CF8-A4E0-F74148954FC5}" type="presParOf" srcId="{BA8D8A0D-D7C7-436C-9A71-8B8C3B59209C}" destId="{047C0A9D-9BF2-4CA7-AB33-C5BC8384ECCA}" srcOrd="0" destOrd="0" presId="urn:microsoft.com/office/officeart/2009/3/layout/HorizontalOrganizationChart"/>
    <dgm:cxn modelId="{876C07C1-17F3-481C-8F57-B09AB404D38C}" type="presParOf" srcId="{047C0A9D-9BF2-4CA7-AB33-C5BC8384ECCA}" destId="{94E71ECA-6E40-4585-93FF-1C45D1E2FD8D}" srcOrd="0" destOrd="0" presId="urn:microsoft.com/office/officeart/2009/3/layout/HorizontalOrganizationChart"/>
    <dgm:cxn modelId="{9AE7211A-D3BB-4F45-9EAB-69FF3D41AE65}" type="presParOf" srcId="{047C0A9D-9BF2-4CA7-AB33-C5BC8384ECCA}" destId="{111705AC-FED7-43D3-9BCF-0A870CEFF8DB}" srcOrd="1" destOrd="0" presId="urn:microsoft.com/office/officeart/2009/3/layout/HorizontalOrganizationChart"/>
    <dgm:cxn modelId="{758E3CB7-8BCC-4450-B385-8E4F44D0FA71}" type="presParOf" srcId="{BA8D8A0D-D7C7-436C-9A71-8B8C3B59209C}" destId="{D736C798-AD34-4913-9970-83FD5137F1BA}" srcOrd="1" destOrd="0" presId="urn:microsoft.com/office/officeart/2009/3/layout/HorizontalOrganizationChart"/>
    <dgm:cxn modelId="{AB3DC55B-9AB3-4C59-A3C9-E7E4D048378E}" type="presParOf" srcId="{D736C798-AD34-4913-9970-83FD5137F1BA}" destId="{8E250019-99C4-4F54-896B-D8E4E6452170}" srcOrd="0" destOrd="0" presId="urn:microsoft.com/office/officeart/2009/3/layout/HorizontalOrganizationChart"/>
    <dgm:cxn modelId="{C787903A-59F8-4877-B547-B564D0D120D1}" type="presParOf" srcId="{D736C798-AD34-4913-9970-83FD5137F1BA}" destId="{A5A3164A-DBAE-4631-AD07-BBDEF3CA499E}" srcOrd="1" destOrd="0" presId="urn:microsoft.com/office/officeart/2009/3/layout/HorizontalOrganizationChart"/>
    <dgm:cxn modelId="{59408C99-B28F-4722-B71C-0C8987E7D63C}" type="presParOf" srcId="{A5A3164A-DBAE-4631-AD07-BBDEF3CA499E}" destId="{F4E38D6D-5D9D-4453-8341-F5E83D2F0BBB}" srcOrd="0" destOrd="0" presId="urn:microsoft.com/office/officeart/2009/3/layout/HorizontalOrganizationChart"/>
    <dgm:cxn modelId="{01B6E393-15C7-4869-A1B5-56DF4847DA02}" type="presParOf" srcId="{F4E38D6D-5D9D-4453-8341-F5E83D2F0BBB}" destId="{195D4CC4-D3F8-4D76-9407-4342AE2FB04E}" srcOrd="0" destOrd="0" presId="urn:microsoft.com/office/officeart/2009/3/layout/HorizontalOrganizationChart"/>
    <dgm:cxn modelId="{41579C64-958F-4233-AD6C-AF68581185FE}" type="presParOf" srcId="{F4E38D6D-5D9D-4453-8341-F5E83D2F0BBB}" destId="{5D82A590-226C-47F9-9425-61E9E8DA72E2}" srcOrd="1" destOrd="0" presId="urn:microsoft.com/office/officeart/2009/3/layout/HorizontalOrganizationChart"/>
    <dgm:cxn modelId="{6B334368-9319-45D5-8518-F7B8AD3D5EE3}" type="presParOf" srcId="{A5A3164A-DBAE-4631-AD07-BBDEF3CA499E}" destId="{DA877AE2-2C55-4E2D-89AE-1CB8F3711E3A}" srcOrd="1" destOrd="0" presId="urn:microsoft.com/office/officeart/2009/3/layout/HorizontalOrganizationChart"/>
    <dgm:cxn modelId="{CFF8D81A-7634-4805-97ED-DE433CE43AA6}" type="presParOf" srcId="{A5A3164A-DBAE-4631-AD07-BBDEF3CA499E}" destId="{DE961086-F267-454D-A93F-CD2DD3866125}" srcOrd="2" destOrd="0" presId="urn:microsoft.com/office/officeart/2009/3/layout/HorizontalOrganizationChart"/>
    <dgm:cxn modelId="{50D91A87-5075-4F33-901A-92708F672755}" type="presParOf" srcId="{D736C798-AD34-4913-9970-83FD5137F1BA}" destId="{A3498841-7EC0-4496-B849-74A3742B6D5B}" srcOrd="2" destOrd="0" presId="urn:microsoft.com/office/officeart/2009/3/layout/HorizontalOrganizationChart"/>
    <dgm:cxn modelId="{3290C31F-81B9-4525-BF68-A4B015989003}" type="presParOf" srcId="{D736C798-AD34-4913-9970-83FD5137F1BA}" destId="{B8DBFD75-91FC-4AE0-9702-75DA7B7E123D}" srcOrd="3" destOrd="0" presId="urn:microsoft.com/office/officeart/2009/3/layout/HorizontalOrganizationChart"/>
    <dgm:cxn modelId="{C0413A05-FD84-45B6-88EB-BF446EC32F26}" type="presParOf" srcId="{B8DBFD75-91FC-4AE0-9702-75DA7B7E123D}" destId="{706FD37B-C45C-4810-BA2A-B9B3F056A923}" srcOrd="0" destOrd="0" presId="urn:microsoft.com/office/officeart/2009/3/layout/HorizontalOrganizationChart"/>
    <dgm:cxn modelId="{E9D9913A-485F-41FE-A40F-847ADEF3DEB9}" type="presParOf" srcId="{706FD37B-C45C-4810-BA2A-B9B3F056A923}" destId="{EE24AE19-BF64-4839-8BF6-16AB95A79EF9}" srcOrd="0" destOrd="0" presId="urn:microsoft.com/office/officeart/2009/3/layout/HorizontalOrganizationChart"/>
    <dgm:cxn modelId="{501C3455-6304-43C2-837F-E2B7C6E571E9}" type="presParOf" srcId="{706FD37B-C45C-4810-BA2A-B9B3F056A923}" destId="{D2850835-5A92-4305-9909-25B1DED343CD}" srcOrd="1" destOrd="0" presId="urn:microsoft.com/office/officeart/2009/3/layout/HorizontalOrganizationChart"/>
    <dgm:cxn modelId="{1E3B62D6-E9F7-4074-A4A2-9D93B854C002}" type="presParOf" srcId="{B8DBFD75-91FC-4AE0-9702-75DA7B7E123D}" destId="{99119E88-B936-4CC3-B53D-35A30C6AE437}" srcOrd="1" destOrd="0" presId="urn:microsoft.com/office/officeart/2009/3/layout/HorizontalOrganizationChart"/>
    <dgm:cxn modelId="{825C1A3F-CA6D-409B-BB13-F536784AD7A1}" type="presParOf" srcId="{B8DBFD75-91FC-4AE0-9702-75DA7B7E123D}" destId="{2BE9F318-A212-4973-93B4-BCFEDAF19ED4}" srcOrd="2" destOrd="0" presId="urn:microsoft.com/office/officeart/2009/3/layout/HorizontalOrganizationChart"/>
    <dgm:cxn modelId="{3232E399-3D4D-42D6-98E4-E8C4097A972D}" type="presParOf" srcId="{BA8D8A0D-D7C7-436C-9A71-8B8C3B59209C}" destId="{2758DA1C-4F7E-4F5F-B64B-E1E4CF5E16F5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498841-7EC0-4496-B849-74A3742B6D5B}">
      <dsp:nvSpPr>
        <dsp:cNvPr id="0" name=""/>
        <dsp:cNvSpPr/>
      </dsp:nvSpPr>
      <dsp:spPr>
        <a:xfrm>
          <a:off x="2595757" y="6056013"/>
          <a:ext cx="358385" cy="38526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79192" y="0"/>
              </a:lnTo>
              <a:lnTo>
                <a:pt x="179192" y="385264"/>
              </a:lnTo>
              <a:lnTo>
                <a:pt x="358385" y="385264"/>
              </a:lnTo>
            </a:path>
          </a:pathLst>
        </a:custGeom>
        <a:noFill/>
        <a:ln w="12700" cap="flat" cmpd="sng" algn="ctr">
          <a:solidFill>
            <a:schemeClr val="accent3">
              <a:tint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E250019-99C4-4F54-896B-D8E4E6452170}">
      <dsp:nvSpPr>
        <dsp:cNvPr id="0" name=""/>
        <dsp:cNvSpPr/>
      </dsp:nvSpPr>
      <dsp:spPr>
        <a:xfrm>
          <a:off x="2595757" y="5670748"/>
          <a:ext cx="358385" cy="385264"/>
        </a:xfrm>
        <a:custGeom>
          <a:avLst/>
          <a:gdLst/>
          <a:ahLst/>
          <a:cxnLst/>
          <a:rect l="0" t="0" r="0" b="0"/>
          <a:pathLst>
            <a:path>
              <a:moveTo>
                <a:pt x="0" y="385264"/>
              </a:moveTo>
              <a:lnTo>
                <a:pt x="179192" y="385264"/>
              </a:lnTo>
              <a:lnTo>
                <a:pt x="179192" y="0"/>
              </a:lnTo>
              <a:lnTo>
                <a:pt x="358385" y="0"/>
              </a:lnTo>
            </a:path>
          </a:pathLst>
        </a:custGeom>
        <a:noFill/>
        <a:ln w="12700" cap="flat" cmpd="sng" algn="ctr">
          <a:solidFill>
            <a:schemeClr val="accent3">
              <a:tint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8A97B15-7D20-4677-85DE-F9745193F518}">
      <dsp:nvSpPr>
        <dsp:cNvPr id="0" name=""/>
        <dsp:cNvSpPr/>
      </dsp:nvSpPr>
      <dsp:spPr>
        <a:xfrm>
          <a:off x="2100449" y="2588630"/>
          <a:ext cx="853693" cy="231158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674500" y="0"/>
              </a:lnTo>
              <a:lnTo>
                <a:pt x="674500" y="2311588"/>
              </a:lnTo>
              <a:lnTo>
                <a:pt x="853693" y="2311588"/>
              </a:lnTo>
            </a:path>
          </a:pathLst>
        </a:custGeom>
        <a:noFill/>
        <a:ln w="12700" cap="flat" cmpd="sng" algn="ctr">
          <a:solidFill>
            <a:schemeClr val="accent3">
              <a:tint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F04BAA7-67CC-4DDA-A904-EBA26AC47BBB}">
      <dsp:nvSpPr>
        <dsp:cNvPr id="0" name=""/>
        <dsp:cNvSpPr/>
      </dsp:nvSpPr>
      <dsp:spPr>
        <a:xfrm>
          <a:off x="2100449" y="2588630"/>
          <a:ext cx="853693" cy="154105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674500" y="0"/>
              </a:lnTo>
              <a:lnTo>
                <a:pt x="674500" y="1541059"/>
              </a:lnTo>
              <a:lnTo>
                <a:pt x="853693" y="1541059"/>
              </a:lnTo>
            </a:path>
          </a:pathLst>
        </a:custGeom>
        <a:noFill/>
        <a:ln w="12700" cap="flat" cmpd="sng" algn="ctr">
          <a:solidFill>
            <a:schemeClr val="accent3">
              <a:tint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19BF52C-411A-410F-BD44-F960798EBDC0}">
      <dsp:nvSpPr>
        <dsp:cNvPr id="0" name=""/>
        <dsp:cNvSpPr/>
      </dsp:nvSpPr>
      <dsp:spPr>
        <a:xfrm>
          <a:off x="2100449" y="2588630"/>
          <a:ext cx="853693" cy="7705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674500" y="0"/>
              </a:lnTo>
              <a:lnTo>
                <a:pt x="674500" y="770529"/>
              </a:lnTo>
              <a:lnTo>
                <a:pt x="853693" y="770529"/>
              </a:lnTo>
            </a:path>
          </a:pathLst>
        </a:custGeom>
        <a:noFill/>
        <a:ln w="12700" cap="flat" cmpd="sng" algn="ctr">
          <a:solidFill>
            <a:schemeClr val="accent3">
              <a:tint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141E0BB-26CB-42E5-A3DA-9241E0EA1EBD}">
      <dsp:nvSpPr>
        <dsp:cNvPr id="0" name=""/>
        <dsp:cNvSpPr/>
      </dsp:nvSpPr>
      <dsp:spPr>
        <a:xfrm>
          <a:off x="2100449" y="2542910"/>
          <a:ext cx="85369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853693" y="45720"/>
              </a:lnTo>
            </a:path>
          </a:pathLst>
        </a:custGeom>
        <a:noFill/>
        <a:ln w="12700" cap="flat" cmpd="sng" algn="ctr">
          <a:solidFill>
            <a:schemeClr val="accent3">
              <a:tint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96CCBDF-4E52-4491-BB51-A5D6E813977A}">
      <dsp:nvSpPr>
        <dsp:cNvPr id="0" name=""/>
        <dsp:cNvSpPr/>
      </dsp:nvSpPr>
      <dsp:spPr>
        <a:xfrm>
          <a:off x="2100449" y="1818100"/>
          <a:ext cx="853693" cy="770529"/>
        </a:xfrm>
        <a:custGeom>
          <a:avLst/>
          <a:gdLst/>
          <a:ahLst/>
          <a:cxnLst/>
          <a:rect l="0" t="0" r="0" b="0"/>
          <a:pathLst>
            <a:path>
              <a:moveTo>
                <a:pt x="0" y="770529"/>
              </a:moveTo>
              <a:lnTo>
                <a:pt x="674500" y="770529"/>
              </a:lnTo>
              <a:lnTo>
                <a:pt x="674500" y="0"/>
              </a:lnTo>
              <a:lnTo>
                <a:pt x="853693" y="0"/>
              </a:lnTo>
            </a:path>
          </a:pathLst>
        </a:custGeom>
        <a:noFill/>
        <a:ln w="12700" cap="flat" cmpd="sng" algn="ctr">
          <a:solidFill>
            <a:schemeClr val="accent3">
              <a:tint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6A85414-92D5-45EA-AAFC-3F382B89012D}">
      <dsp:nvSpPr>
        <dsp:cNvPr id="0" name=""/>
        <dsp:cNvSpPr/>
      </dsp:nvSpPr>
      <dsp:spPr>
        <a:xfrm>
          <a:off x="2100449" y="1047571"/>
          <a:ext cx="853693" cy="1541059"/>
        </a:xfrm>
        <a:custGeom>
          <a:avLst/>
          <a:gdLst/>
          <a:ahLst/>
          <a:cxnLst/>
          <a:rect l="0" t="0" r="0" b="0"/>
          <a:pathLst>
            <a:path>
              <a:moveTo>
                <a:pt x="0" y="1541059"/>
              </a:moveTo>
              <a:lnTo>
                <a:pt x="674500" y="1541059"/>
              </a:lnTo>
              <a:lnTo>
                <a:pt x="674500" y="0"/>
              </a:lnTo>
              <a:lnTo>
                <a:pt x="853693" y="0"/>
              </a:lnTo>
            </a:path>
          </a:pathLst>
        </a:custGeom>
        <a:noFill/>
        <a:ln w="12700" cap="flat" cmpd="sng" algn="ctr">
          <a:solidFill>
            <a:schemeClr val="accent3">
              <a:tint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F0CB5EE-381D-4C25-A79C-E199B06C31AA}">
      <dsp:nvSpPr>
        <dsp:cNvPr id="0" name=""/>
        <dsp:cNvSpPr/>
      </dsp:nvSpPr>
      <dsp:spPr>
        <a:xfrm>
          <a:off x="2100449" y="277041"/>
          <a:ext cx="853693" cy="2311588"/>
        </a:xfrm>
        <a:custGeom>
          <a:avLst/>
          <a:gdLst/>
          <a:ahLst/>
          <a:cxnLst/>
          <a:rect l="0" t="0" r="0" b="0"/>
          <a:pathLst>
            <a:path>
              <a:moveTo>
                <a:pt x="0" y="2311588"/>
              </a:moveTo>
              <a:lnTo>
                <a:pt x="674500" y="2311588"/>
              </a:lnTo>
              <a:lnTo>
                <a:pt x="674500" y="0"/>
              </a:lnTo>
              <a:lnTo>
                <a:pt x="853693" y="0"/>
              </a:lnTo>
            </a:path>
          </a:pathLst>
        </a:custGeom>
        <a:noFill/>
        <a:ln w="12700" cap="flat" cmpd="sng" algn="ctr">
          <a:solidFill>
            <a:schemeClr val="accent3">
              <a:tint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8D66BF6-2C63-48F7-8CD0-4896A63C05AD}">
      <dsp:nvSpPr>
        <dsp:cNvPr id="0" name=""/>
        <dsp:cNvSpPr/>
      </dsp:nvSpPr>
      <dsp:spPr>
        <a:xfrm>
          <a:off x="308520" y="2315361"/>
          <a:ext cx="1791929" cy="546538"/>
        </a:xfrm>
        <a:prstGeom prst="rect">
          <a:avLst/>
        </a:prstGeom>
        <a:solidFill>
          <a:schemeClr val="accent3">
            <a:shade val="6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LOST_AND_FOUND</a:t>
          </a:r>
          <a:endParaRPr lang="en-IN" sz="1300" kern="1200"/>
        </a:p>
      </dsp:txBody>
      <dsp:txXfrm>
        <a:off x="308520" y="2315361"/>
        <a:ext cx="1791929" cy="546538"/>
      </dsp:txXfrm>
    </dsp:sp>
    <dsp:sp modelId="{4B2E678B-CF9A-4F3A-AE9B-B67D028C0DB3}">
      <dsp:nvSpPr>
        <dsp:cNvPr id="0" name=""/>
        <dsp:cNvSpPr/>
      </dsp:nvSpPr>
      <dsp:spPr>
        <a:xfrm>
          <a:off x="2954142" y="3772"/>
          <a:ext cx="1791929" cy="546538"/>
        </a:xfrm>
        <a:prstGeom prst="rect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Datalink.py</a:t>
          </a:r>
          <a:endParaRPr lang="en-IN" sz="1300" kern="1200"/>
        </a:p>
      </dsp:txBody>
      <dsp:txXfrm>
        <a:off x="2954142" y="3772"/>
        <a:ext cx="1791929" cy="546538"/>
      </dsp:txXfrm>
    </dsp:sp>
    <dsp:sp modelId="{2B088752-BE91-4CCE-BBBC-3DD23750CE7F}">
      <dsp:nvSpPr>
        <dsp:cNvPr id="0" name=""/>
        <dsp:cNvSpPr/>
      </dsp:nvSpPr>
      <dsp:spPr>
        <a:xfrm>
          <a:off x="2954142" y="774301"/>
          <a:ext cx="1791929" cy="546538"/>
        </a:xfrm>
        <a:prstGeom prst="rect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Home_Page.py</a:t>
          </a:r>
          <a:endParaRPr lang="en-IN" sz="1300" kern="1200"/>
        </a:p>
      </dsp:txBody>
      <dsp:txXfrm>
        <a:off x="2954142" y="774301"/>
        <a:ext cx="1791929" cy="546538"/>
      </dsp:txXfrm>
    </dsp:sp>
    <dsp:sp modelId="{DAAA5119-0EE2-4EA5-8CA5-B56714CCFA28}">
      <dsp:nvSpPr>
        <dsp:cNvPr id="0" name=""/>
        <dsp:cNvSpPr/>
      </dsp:nvSpPr>
      <dsp:spPr>
        <a:xfrm>
          <a:off x="2954142" y="1544831"/>
          <a:ext cx="1791929" cy="546538"/>
        </a:xfrm>
        <a:prstGeom prst="rect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Report_Page.py</a:t>
          </a:r>
          <a:endParaRPr lang="en-IN" sz="1300" kern="1200"/>
        </a:p>
      </dsp:txBody>
      <dsp:txXfrm>
        <a:off x="2954142" y="1544831"/>
        <a:ext cx="1791929" cy="546538"/>
      </dsp:txXfrm>
    </dsp:sp>
    <dsp:sp modelId="{9676DAC3-4965-4F00-AA67-FB525EEAB6EE}">
      <dsp:nvSpPr>
        <dsp:cNvPr id="0" name=""/>
        <dsp:cNvSpPr/>
      </dsp:nvSpPr>
      <dsp:spPr>
        <a:xfrm>
          <a:off x="2954142" y="2315361"/>
          <a:ext cx="1791929" cy="546538"/>
        </a:xfrm>
        <a:prstGeom prst="rect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Search_Page.py</a:t>
          </a:r>
          <a:endParaRPr lang="en-IN" sz="1300" kern="1200"/>
        </a:p>
      </dsp:txBody>
      <dsp:txXfrm>
        <a:off x="2954142" y="2315361"/>
        <a:ext cx="1791929" cy="546538"/>
      </dsp:txXfrm>
    </dsp:sp>
    <dsp:sp modelId="{891F3EF0-BB95-471B-80F1-16902F46B0A0}">
      <dsp:nvSpPr>
        <dsp:cNvPr id="0" name=""/>
        <dsp:cNvSpPr/>
      </dsp:nvSpPr>
      <dsp:spPr>
        <a:xfrm>
          <a:off x="2954142" y="3085890"/>
          <a:ext cx="1791929" cy="546538"/>
        </a:xfrm>
        <a:prstGeom prst="rect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View_Reports_Page.py</a:t>
          </a:r>
          <a:endParaRPr lang="en-IN" sz="1300" kern="1200"/>
        </a:p>
      </dsp:txBody>
      <dsp:txXfrm>
        <a:off x="2954142" y="3085890"/>
        <a:ext cx="1791929" cy="546538"/>
      </dsp:txXfrm>
    </dsp:sp>
    <dsp:sp modelId="{80D18186-A9CF-4560-AF0F-6CA8FBEE9AD0}">
      <dsp:nvSpPr>
        <dsp:cNvPr id="0" name=""/>
        <dsp:cNvSpPr/>
      </dsp:nvSpPr>
      <dsp:spPr>
        <a:xfrm>
          <a:off x="2954142" y="3856420"/>
          <a:ext cx="1791929" cy="546538"/>
        </a:xfrm>
        <a:prstGeom prst="rect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Search_Reports_Page.py</a:t>
          </a:r>
          <a:endParaRPr lang="en-IN" sz="1300" kern="1200"/>
        </a:p>
      </dsp:txBody>
      <dsp:txXfrm>
        <a:off x="2954142" y="3856420"/>
        <a:ext cx="1791929" cy="546538"/>
      </dsp:txXfrm>
    </dsp:sp>
    <dsp:sp modelId="{36F166E0-BD69-4E7D-B1AE-56D8A9986E72}">
      <dsp:nvSpPr>
        <dsp:cNvPr id="0" name=""/>
        <dsp:cNvSpPr/>
      </dsp:nvSpPr>
      <dsp:spPr>
        <a:xfrm>
          <a:off x="2954142" y="4626950"/>
          <a:ext cx="1791929" cy="546538"/>
        </a:xfrm>
        <a:prstGeom prst="rect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History_Page.py</a:t>
          </a:r>
          <a:endParaRPr lang="en-IN" sz="1300" kern="1200"/>
        </a:p>
      </dsp:txBody>
      <dsp:txXfrm>
        <a:off x="2954142" y="4626950"/>
        <a:ext cx="1791929" cy="546538"/>
      </dsp:txXfrm>
    </dsp:sp>
    <dsp:sp modelId="{94E71ECA-6E40-4585-93FF-1C45D1E2FD8D}">
      <dsp:nvSpPr>
        <dsp:cNvPr id="0" name=""/>
        <dsp:cNvSpPr/>
      </dsp:nvSpPr>
      <dsp:spPr>
        <a:xfrm>
          <a:off x="803827" y="5782744"/>
          <a:ext cx="1791929" cy="546538"/>
        </a:xfrm>
        <a:prstGeom prst="rect">
          <a:avLst/>
        </a:prstGeom>
        <a:solidFill>
          <a:schemeClr val="accent3">
            <a:shade val="6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DATABASE</a:t>
          </a:r>
          <a:endParaRPr lang="en-IN" sz="1300" kern="1200"/>
        </a:p>
      </dsp:txBody>
      <dsp:txXfrm>
        <a:off x="803827" y="5782744"/>
        <a:ext cx="1791929" cy="546538"/>
      </dsp:txXfrm>
    </dsp:sp>
    <dsp:sp modelId="{195D4CC4-D3F8-4D76-9407-4342AE2FB04E}">
      <dsp:nvSpPr>
        <dsp:cNvPr id="0" name=""/>
        <dsp:cNvSpPr/>
      </dsp:nvSpPr>
      <dsp:spPr>
        <a:xfrm>
          <a:off x="2954142" y="5397479"/>
          <a:ext cx="1791929" cy="546538"/>
        </a:xfrm>
        <a:prstGeom prst="rect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REPORTED_ITEMS</a:t>
          </a:r>
          <a:endParaRPr lang="en-IN" sz="1300" kern="1200"/>
        </a:p>
      </dsp:txBody>
      <dsp:txXfrm>
        <a:off x="2954142" y="5397479"/>
        <a:ext cx="1791929" cy="546538"/>
      </dsp:txXfrm>
    </dsp:sp>
    <dsp:sp modelId="{EE24AE19-BF64-4839-8BF6-16AB95A79EF9}">
      <dsp:nvSpPr>
        <dsp:cNvPr id="0" name=""/>
        <dsp:cNvSpPr/>
      </dsp:nvSpPr>
      <dsp:spPr>
        <a:xfrm>
          <a:off x="2954142" y="6168009"/>
          <a:ext cx="1791929" cy="546538"/>
        </a:xfrm>
        <a:prstGeom prst="rect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List_Of_Found_Items</a:t>
          </a:r>
          <a:endParaRPr lang="en-IN" sz="1300" kern="1200"/>
        </a:p>
      </dsp:txBody>
      <dsp:txXfrm>
        <a:off x="2954142" y="6168009"/>
        <a:ext cx="1791929" cy="54653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11623-00B4-4C25-860B-71052B9665D9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0DE5B-849B-4EA3-B024-B415E89A71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56236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11623-00B4-4C25-860B-71052B9665D9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0DE5B-849B-4EA3-B024-B415E89A71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0342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11623-00B4-4C25-860B-71052B9665D9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0DE5B-849B-4EA3-B024-B415E89A71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2911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11623-00B4-4C25-860B-71052B9665D9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0DE5B-849B-4EA3-B024-B415E89A71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9204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11623-00B4-4C25-860B-71052B9665D9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0DE5B-849B-4EA3-B024-B415E89A71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4557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11623-00B4-4C25-860B-71052B9665D9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0DE5B-849B-4EA3-B024-B415E89A71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4128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11623-00B4-4C25-860B-71052B9665D9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0DE5B-849B-4EA3-B024-B415E89A71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1637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11623-00B4-4C25-860B-71052B9665D9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0DE5B-849B-4EA3-B024-B415E89A71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50275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11623-00B4-4C25-860B-71052B9665D9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0DE5B-849B-4EA3-B024-B415E89A71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7055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11623-00B4-4C25-860B-71052B9665D9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0DE5B-849B-4EA3-B024-B415E89A71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05695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11623-00B4-4C25-860B-71052B9665D9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0DE5B-849B-4EA3-B024-B415E89A71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7262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B11623-00B4-4C25-860B-71052B9665D9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10DE5B-849B-4EA3-B024-B415E89A71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0298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3B2D5FB4-8D05-B134-043E-322396308D5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1130300" y="1993900"/>
            <a:ext cx="9118600" cy="59182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B7DF6D0B-00D2-FEF0-5B9A-3952B0C643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4086226" y="2041525"/>
            <a:ext cx="3803650" cy="800100"/>
          </a:xfrm>
          <a:prstGeom prst="roundRect">
            <a:avLst>
              <a:gd name="adj" fmla="val 29048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ctr"/>
            <a:r>
              <a:rPr lang="en-US" sz="2000" dirty="0">
                <a:latin typeface="Berlin Sans FB Demi" panose="020E0802020502020306" pitchFamily="34" charset="0"/>
              </a:rPr>
              <a:t>HOW OUR PROGRAM WORKS</a:t>
            </a:r>
            <a:endParaRPr lang="en-IN" sz="2000" dirty="0"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4051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641F4FE-9353-359E-8E61-3F7421082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9801" y="546100"/>
            <a:ext cx="4978400" cy="800100"/>
          </a:xfrm>
        </p:spPr>
        <p:txBody>
          <a:bodyPr>
            <a:normAutofit/>
          </a:bodyPr>
          <a:lstStyle/>
          <a:p>
            <a:pPr algn="ctr"/>
            <a:r>
              <a:rPr lang="en-US" sz="3500" dirty="0">
                <a:latin typeface="Berlin Sans FB Demi" panose="020E0802020502020306" pitchFamily="34" charset="0"/>
              </a:rPr>
              <a:t>FILE STRUCTURE</a:t>
            </a:r>
            <a:endParaRPr lang="en-IN" sz="3600" dirty="0">
              <a:latin typeface="Berlin Sans FB Demi" panose="020E0802020502020306" pitchFamily="34" charset="0"/>
            </a:endParaRP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CCD40891-5F7C-5793-6513-007473735B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87539558"/>
              </p:ext>
            </p:extLst>
          </p:nvPr>
        </p:nvGraphicFramePr>
        <p:xfrm>
          <a:off x="368301" y="1943100"/>
          <a:ext cx="5549900" cy="67183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861541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FF3BC32-FA4C-6572-B62B-442E6DE3EB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53775" y="2463800"/>
            <a:ext cx="8083150" cy="49784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2D8AE8E3-51C4-17CA-0594-EBC0ECB5F4E7}"/>
              </a:ext>
            </a:extLst>
          </p:cNvPr>
          <p:cNvSpPr txBox="1">
            <a:spLocks/>
          </p:cNvSpPr>
          <p:nvPr/>
        </p:nvSpPr>
        <p:spPr>
          <a:xfrm rot="16200000">
            <a:off x="-666749" y="4318000"/>
            <a:ext cx="3289300" cy="80010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500" dirty="0">
                <a:latin typeface="Berlin Sans FB Demi" panose="020E0802020502020306" pitchFamily="34" charset="0"/>
              </a:rPr>
              <a:t>Datalink.py</a:t>
            </a:r>
            <a:endParaRPr lang="en-IN" sz="3600" dirty="0"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81663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2AAB6-4494-2E1A-8D51-1E44FA611603}"/>
              </a:ext>
            </a:extLst>
          </p:cNvPr>
          <p:cNvSpPr txBox="1">
            <a:spLocks/>
          </p:cNvSpPr>
          <p:nvPr/>
        </p:nvSpPr>
        <p:spPr>
          <a:xfrm rot="16200000">
            <a:off x="-666749" y="4318000"/>
            <a:ext cx="3289300" cy="80010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500" dirty="0">
                <a:latin typeface="Berlin Sans FB Demi" panose="020E0802020502020306" pitchFamily="34" charset="0"/>
              </a:rPr>
              <a:t>Home_Page.py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AE9EC1-DB2E-A3C7-A6D8-6EBA01343D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442219" y="2549905"/>
            <a:ext cx="8991600" cy="480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795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ADA7EE0-6A82-732A-4123-F5A736BA4E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482600" y="2567385"/>
            <a:ext cx="9169400" cy="477123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BB4CBBFE-5EBF-242A-2AC9-AECF9BA399F8}"/>
              </a:ext>
            </a:extLst>
          </p:cNvPr>
          <p:cNvSpPr txBox="1">
            <a:spLocks/>
          </p:cNvSpPr>
          <p:nvPr/>
        </p:nvSpPr>
        <p:spPr>
          <a:xfrm rot="16200000">
            <a:off x="-825499" y="4279901"/>
            <a:ext cx="3670300" cy="8762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500" dirty="0">
                <a:latin typeface="Berlin Sans FB Demi" panose="020E0802020502020306" pitchFamily="34" charset="0"/>
              </a:rPr>
              <a:t>Report_Page.py</a:t>
            </a:r>
          </a:p>
        </p:txBody>
      </p:sp>
    </p:spTree>
    <p:extLst>
      <p:ext uri="{BB962C8B-B14F-4D97-AF65-F5344CB8AC3E}">
        <p14:creationId xmlns:p14="http://schemas.microsoft.com/office/powerpoint/2010/main" val="4501261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F0C03E1-FD87-8CCD-473B-4135FA5957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437224" y="2552699"/>
            <a:ext cx="9027850" cy="4800602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FA7FAFBB-945F-4566-A6D9-ABB76DE10C7F}"/>
              </a:ext>
            </a:extLst>
          </p:cNvPr>
          <p:cNvSpPr txBox="1">
            <a:spLocks/>
          </p:cNvSpPr>
          <p:nvPr/>
        </p:nvSpPr>
        <p:spPr>
          <a:xfrm rot="16200000">
            <a:off x="-806449" y="4318000"/>
            <a:ext cx="3568700" cy="80010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500" dirty="0">
                <a:latin typeface="Berlin Sans FB Demi" panose="020E0802020502020306" pitchFamily="34" charset="0"/>
              </a:rPr>
              <a:t>Report_Page.py</a:t>
            </a:r>
          </a:p>
        </p:txBody>
      </p:sp>
    </p:spTree>
    <p:extLst>
      <p:ext uri="{BB962C8B-B14F-4D97-AF65-F5344CB8AC3E}">
        <p14:creationId xmlns:p14="http://schemas.microsoft.com/office/powerpoint/2010/main" val="38282525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838648-43F6-E8D8-B219-92DA8C9BF2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444378" y="2539997"/>
            <a:ext cx="8889758" cy="4826006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9AE83474-9A90-EB89-7EF9-97E887E8C972}"/>
              </a:ext>
            </a:extLst>
          </p:cNvPr>
          <p:cNvSpPr txBox="1">
            <a:spLocks/>
          </p:cNvSpPr>
          <p:nvPr/>
        </p:nvSpPr>
        <p:spPr>
          <a:xfrm rot="16200000">
            <a:off x="-806449" y="4318000"/>
            <a:ext cx="3568700" cy="80010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500" dirty="0">
                <a:latin typeface="Berlin Sans FB Demi" panose="020E0802020502020306" pitchFamily="34" charset="0"/>
              </a:rPr>
              <a:t>Report_Page.py</a:t>
            </a:r>
          </a:p>
        </p:txBody>
      </p:sp>
    </p:spTree>
    <p:extLst>
      <p:ext uri="{BB962C8B-B14F-4D97-AF65-F5344CB8AC3E}">
        <p14:creationId xmlns:p14="http://schemas.microsoft.com/office/powerpoint/2010/main" val="40557698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28E9772-230B-CBF5-3294-E502143F58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98999" y="3495240"/>
            <a:ext cx="7340597" cy="47805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1FE6066-2316-97A5-3B3D-9ADE41325D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8985" y="350171"/>
            <a:ext cx="3530603" cy="1865061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B302B68D-DAC0-DE84-A9EF-2A17C0E6B8F3}"/>
              </a:ext>
            </a:extLst>
          </p:cNvPr>
          <p:cNvSpPr txBox="1">
            <a:spLocks/>
          </p:cNvSpPr>
          <p:nvPr/>
        </p:nvSpPr>
        <p:spPr>
          <a:xfrm rot="16200000">
            <a:off x="-806449" y="4318000"/>
            <a:ext cx="3568700" cy="80010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500" dirty="0">
                <a:latin typeface="Berlin Sans FB Demi" panose="020E0802020502020306" pitchFamily="34" charset="0"/>
              </a:rPr>
              <a:t>Report_Page.py</a:t>
            </a:r>
          </a:p>
        </p:txBody>
      </p:sp>
    </p:spTree>
    <p:extLst>
      <p:ext uri="{BB962C8B-B14F-4D97-AF65-F5344CB8AC3E}">
        <p14:creationId xmlns:p14="http://schemas.microsoft.com/office/powerpoint/2010/main" val="4497948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96AAF0B-3CC0-FFEB-E481-1A43E134D7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527018" y="2514600"/>
            <a:ext cx="9080440" cy="48768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8C6F0FEE-1F95-880C-1D96-6E8CDEA05826}"/>
              </a:ext>
            </a:extLst>
          </p:cNvPr>
          <p:cNvSpPr txBox="1">
            <a:spLocks/>
          </p:cNvSpPr>
          <p:nvPr/>
        </p:nvSpPr>
        <p:spPr>
          <a:xfrm rot="16200000">
            <a:off x="-806449" y="4318000"/>
            <a:ext cx="3568700" cy="80010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500" dirty="0">
                <a:latin typeface="Berlin Sans FB Demi" panose="020E0802020502020306" pitchFamily="34" charset="0"/>
              </a:rPr>
              <a:t>Search_Page.py</a:t>
            </a:r>
          </a:p>
        </p:txBody>
      </p:sp>
    </p:spTree>
    <p:extLst>
      <p:ext uri="{BB962C8B-B14F-4D97-AF65-F5344CB8AC3E}">
        <p14:creationId xmlns:p14="http://schemas.microsoft.com/office/powerpoint/2010/main" val="8099807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1C211-BBB2-DDAE-CDB8-9178B23F569A}"/>
              </a:ext>
            </a:extLst>
          </p:cNvPr>
          <p:cNvSpPr txBox="1">
            <a:spLocks/>
          </p:cNvSpPr>
          <p:nvPr/>
        </p:nvSpPr>
        <p:spPr>
          <a:xfrm rot="16200000">
            <a:off x="-806449" y="4318000"/>
            <a:ext cx="3568700" cy="80010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500" dirty="0">
                <a:latin typeface="Berlin Sans FB Demi" panose="020E0802020502020306" pitchFamily="34" charset="0"/>
              </a:rPr>
              <a:t>Search_Page.py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F2333D-DA7A-E638-2DE5-17210F6A9C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501942" y="2552700"/>
            <a:ext cx="9182684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4759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8DB60-6085-F940-BC57-7E59698C7F88}"/>
              </a:ext>
            </a:extLst>
          </p:cNvPr>
          <p:cNvSpPr txBox="1">
            <a:spLocks/>
          </p:cNvSpPr>
          <p:nvPr/>
        </p:nvSpPr>
        <p:spPr>
          <a:xfrm rot="16200000">
            <a:off x="-806449" y="4318000"/>
            <a:ext cx="3568700" cy="80010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500" dirty="0">
                <a:latin typeface="Berlin Sans FB Demi" panose="020E0802020502020306" pitchFamily="34" charset="0"/>
              </a:rPr>
              <a:t>Search_Page.py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C63FF4-7D4A-0970-02B8-779E7C48D6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604886" y="2578098"/>
            <a:ext cx="9020268" cy="4749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4690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1195D-080E-32AF-75FD-4CA8CFF2F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25695-01C6-7D32-C5E7-C6DAB7B5CAFD}"/>
              </a:ext>
            </a:extLst>
          </p:cNvPr>
          <p:cNvSpPr txBox="1">
            <a:spLocks/>
          </p:cNvSpPr>
          <p:nvPr/>
        </p:nvSpPr>
        <p:spPr>
          <a:xfrm rot="16200000">
            <a:off x="-806449" y="4318000"/>
            <a:ext cx="3568700" cy="80010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500" dirty="0">
                <a:latin typeface="Berlin Sans FB Demi" panose="020E0802020502020306" pitchFamily="34" charset="0"/>
              </a:rPr>
              <a:t>Search_Page.py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3397D6-789D-7001-AC01-519596F2DE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630788" y="2730499"/>
            <a:ext cx="8919674" cy="4445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1551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610589D-4A3A-4B37-3BEA-EB8E3805B5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510822" y="2552700"/>
            <a:ext cx="9225844" cy="48006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CC93F09-90A8-1594-3455-32D5C5F8F84A}"/>
              </a:ext>
            </a:extLst>
          </p:cNvPr>
          <p:cNvSpPr txBox="1">
            <a:spLocks/>
          </p:cNvSpPr>
          <p:nvPr/>
        </p:nvSpPr>
        <p:spPr>
          <a:xfrm rot="16200000">
            <a:off x="-1555749" y="4318000"/>
            <a:ext cx="5067300" cy="80010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500" dirty="0">
                <a:latin typeface="Berlin Sans FB Demi" panose="020E0802020502020306" pitchFamily="34" charset="0"/>
              </a:rPr>
              <a:t>View_Reports_Page.py</a:t>
            </a:r>
          </a:p>
        </p:txBody>
      </p:sp>
    </p:spTree>
    <p:extLst>
      <p:ext uri="{BB962C8B-B14F-4D97-AF65-F5344CB8AC3E}">
        <p14:creationId xmlns:p14="http://schemas.microsoft.com/office/powerpoint/2010/main" val="11021469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BE1C82-59E9-B3C0-EFBE-C37529F77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E6E4262-B800-0566-B104-2DCF49CC6BA8}"/>
              </a:ext>
            </a:extLst>
          </p:cNvPr>
          <p:cNvSpPr txBox="1">
            <a:spLocks/>
          </p:cNvSpPr>
          <p:nvPr/>
        </p:nvSpPr>
        <p:spPr>
          <a:xfrm rot="16200000">
            <a:off x="-1555749" y="4318000"/>
            <a:ext cx="5067300" cy="80010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500" dirty="0">
                <a:latin typeface="Berlin Sans FB Demi" panose="020E0802020502020306" pitchFamily="34" charset="0"/>
              </a:rPr>
              <a:t>View_Reports_Page.py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3B77CE-AEA6-6935-33BC-C22B1FF228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252350" y="2362200"/>
            <a:ext cx="8226300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936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47E0E-9184-0CDA-F319-20D115FDEE21}"/>
              </a:ext>
            </a:extLst>
          </p:cNvPr>
          <p:cNvSpPr txBox="1">
            <a:spLocks/>
          </p:cNvSpPr>
          <p:nvPr/>
        </p:nvSpPr>
        <p:spPr>
          <a:xfrm rot="16200000">
            <a:off x="-1555749" y="4318000"/>
            <a:ext cx="5067300" cy="80010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500" dirty="0">
                <a:latin typeface="Berlin Sans FB Demi" panose="020E0802020502020306" pitchFamily="34" charset="0"/>
              </a:rPr>
              <a:t>View_Reports_Page.py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C96925-E6B6-978C-CB9B-33CB66B116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118935" y="2451100"/>
            <a:ext cx="7997572" cy="500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4239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7F70684-7CB3-F172-6F8D-39F56C782D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537170" y="2565400"/>
            <a:ext cx="9100740" cy="47752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B1204545-4D53-AAFA-1567-05682A80A717}"/>
              </a:ext>
            </a:extLst>
          </p:cNvPr>
          <p:cNvSpPr txBox="1">
            <a:spLocks/>
          </p:cNvSpPr>
          <p:nvPr/>
        </p:nvSpPr>
        <p:spPr>
          <a:xfrm rot="16200000">
            <a:off x="-1555749" y="4318000"/>
            <a:ext cx="5067300" cy="80010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500" dirty="0">
                <a:latin typeface="Berlin Sans FB Demi" panose="020E0802020502020306" pitchFamily="34" charset="0"/>
              </a:rPr>
              <a:t>Search_Result_Page.py</a:t>
            </a:r>
          </a:p>
        </p:txBody>
      </p:sp>
    </p:spTree>
    <p:extLst>
      <p:ext uri="{BB962C8B-B14F-4D97-AF65-F5344CB8AC3E}">
        <p14:creationId xmlns:p14="http://schemas.microsoft.com/office/powerpoint/2010/main" val="33299966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73A977E-D414-D500-2553-F9318116BB45}"/>
              </a:ext>
            </a:extLst>
          </p:cNvPr>
          <p:cNvSpPr txBox="1">
            <a:spLocks/>
          </p:cNvSpPr>
          <p:nvPr/>
        </p:nvSpPr>
        <p:spPr>
          <a:xfrm rot="16200000">
            <a:off x="-1555749" y="4318000"/>
            <a:ext cx="5067300" cy="80010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500" dirty="0">
                <a:latin typeface="Berlin Sans FB Demi" panose="020E0802020502020306" pitchFamily="34" charset="0"/>
              </a:rPr>
              <a:t>Search_Result_Page.py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17286E6-FD89-032B-B204-47492341B3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599783" y="2514600"/>
            <a:ext cx="9327566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8830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A31E9-BB7A-6B5B-5E9E-ED38EF07E881}"/>
              </a:ext>
            </a:extLst>
          </p:cNvPr>
          <p:cNvSpPr txBox="1">
            <a:spLocks/>
          </p:cNvSpPr>
          <p:nvPr/>
        </p:nvSpPr>
        <p:spPr>
          <a:xfrm>
            <a:off x="895350" y="622300"/>
            <a:ext cx="5067300" cy="80010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500" dirty="0">
                <a:latin typeface="Berlin Sans FB Demi" panose="020E0802020502020306" pitchFamily="34" charset="0"/>
              </a:rPr>
              <a:t>Search_Result_Page.py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400015-B0A1-7712-56E4-37E680E4FB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0926"/>
          <a:stretch>
            <a:fillRect/>
          </a:stretch>
        </p:blipFill>
        <p:spPr>
          <a:xfrm>
            <a:off x="473287" y="2527299"/>
            <a:ext cx="5911426" cy="4673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6767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C6AA3B-4DF7-6CCB-0DF6-2DEFD7A8FE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173" y="2514600"/>
            <a:ext cx="6159654" cy="48768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26896A8C-6B9C-8CBE-24CE-441980D8EC42}"/>
              </a:ext>
            </a:extLst>
          </p:cNvPr>
          <p:cNvSpPr txBox="1">
            <a:spLocks/>
          </p:cNvSpPr>
          <p:nvPr/>
        </p:nvSpPr>
        <p:spPr>
          <a:xfrm>
            <a:off x="939801" y="787400"/>
            <a:ext cx="4978400" cy="80010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500" dirty="0">
                <a:latin typeface="Berlin Sans FB Demi" panose="020E0802020502020306" pitchFamily="34" charset="0"/>
              </a:rPr>
              <a:t>History_Page.py</a:t>
            </a:r>
            <a:endParaRPr lang="en-IN" sz="3600" dirty="0"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68537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121</TotalTime>
  <Words>154</Words>
  <Application>Microsoft Office PowerPoint</Application>
  <PresentationFormat>A4 Paper (210x297 mm)</PresentationFormat>
  <Paragraphs>30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Berlin Sans FB Demi</vt:lpstr>
      <vt:lpstr>Calibri</vt:lpstr>
      <vt:lpstr>Calibri Light</vt:lpstr>
      <vt:lpstr>Office Theme</vt:lpstr>
      <vt:lpstr>HOW OUR PROGRAM WORKS</vt:lpstr>
      <vt:lpstr>FILE STRUCTURE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KNIGHT RAPTORIS</dc:creator>
  <cp:lastModifiedBy>KNIGHT RAPTORIS</cp:lastModifiedBy>
  <cp:revision>31</cp:revision>
  <dcterms:created xsi:type="dcterms:W3CDTF">2026-09-14T13:14:32Z</dcterms:created>
  <dcterms:modified xsi:type="dcterms:W3CDTF">2026-09-17T14:34:42Z</dcterms:modified>
</cp:coreProperties>
</file>