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  <a:srgbClr val="FF3300"/>
    <a:srgbClr val="FF6600"/>
    <a:srgbClr val="33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FC301-9976-428F-8A7C-560CAF8F116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6C1763-4ABB-4CAA-92A4-E6260058B8C6}">
      <dgm:prSet custT="1"/>
      <dgm:spPr>
        <a:solidFill>
          <a:schemeClr val="tx1"/>
        </a:solidFill>
        <a:ln w="28575">
          <a:solidFill>
            <a:schemeClr val="bg1"/>
          </a:solidFill>
        </a:ln>
        <a:effectLst>
          <a:glow rad="101600">
            <a:schemeClr val="bg1">
              <a:alpha val="60000"/>
            </a:schemeClr>
          </a:glow>
        </a:effectLst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100" dirty="0">
              <a:latin typeface="Arial Rounded MT Bold" panose="020F0704030504030204" pitchFamily="34" charset="0"/>
            </a:rPr>
            <a:t>HOME PAGE</a:t>
          </a:r>
          <a:endParaRPr lang="en-IN" sz="1100" dirty="0">
            <a:latin typeface="Arial Rounded MT Bold" panose="020F0704030504030204" pitchFamily="34" charset="0"/>
          </a:endParaRPr>
        </a:p>
      </dgm:t>
    </dgm:pt>
    <dgm:pt modelId="{EF46C531-CFAC-4A55-9E86-B27B9836B132}" type="parTrans" cxnId="{083AD6A1-3B29-4D9D-A597-BA13762E4284}">
      <dgm:prSet/>
      <dgm:spPr/>
      <dgm:t>
        <a:bodyPr/>
        <a:lstStyle/>
        <a:p>
          <a:endParaRPr lang="en-IN"/>
        </a:p>
      </dgm:t>
    </dgm:pt>
    <dgm:pt modelId="{D0A286ED-8C92-4D7E-9786-1E3423F63C06}" type="sibTrans" cxnId="{083AD6A1-3B29-4D9D-A597-BA13762E4284}">
      <dgm:prSet/>
      <dgm:spPr/>
      <dgm:t>
        <a:bodyPr/>
        <a:lstStyle/>
        <a:p>
          <a:endParaRPr lang="en-IN"/>
        </a:p>
      </dgm:t>
    </dgm:pt>
    <dgm:pt modelId="{1BF063F2-772A-43A9-93FD-2D012983156F}">
      <dgm:prSet custT="1"/>
      <dgm:spPr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REPORT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EE5CEEA9-733C-4D04-A635-5B99F419DF60}" type="parTrans" cxnId="{15788FCC-4AA6-4FCE-851D-5F361DD033F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2A1A8473-3D2D-4C75-B6CC-647D33FD074F}" type="sibTrans" cxnId="{15788FCC-4AA6-4FCE-851D-5F361DD033F6}">
      <dgm:prSet/>
      <dgm:spPr/>
      <dgm:t>
        <a:bodyPr/>
        <a:lstStyle/>
        <a:p>
          <a:endParaRPr lang="en-IN"/>
        </a:p>
      </dgm:t>
    </dgm:pt>
    <dgm:pt modelId="{76B02E67-2544-4357-84CF-69BD2A12A4F2}">
      <dgm:prSet custT="1"/>
      <dgm:spPr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SUBMIT FORM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[</a:t>
          </a: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DETAILS, DESCRIPTION TAGS, IMAGE, CONTACT INFO]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0F3F14CD-5391-4F13-9076-4FAB4CCB5653}" type="parTrans" cxnId="{BE4D2737-E722-4C4E-921D-FF5C4467B8AC}">
      <dgm:prSet/>
      <dgm:spPr>
        <a:ln w="38100">
          <a:solidFill>
            <a:schemeClr val="bg1"/>
          </a:solidFill>
          <a:headEnd type="none" w="med" len="med"/>
          <a:tailEnd type="triangle" w="med" len="med"/>
        </a:ln>
      </dgm:spPr>
      <dgm:t>
        <a:bodyPr/>
        <a:lstStyle/>
        <a:p>
          <a:endParaRPr lang="en-IN"/>
        </a:p>
      </dgm:t>
    </dgm:pt>
    <dgm:pt modelId="{863899F3-0964-4306-8796-9F7AF0368F18}" type="sibTrans" cxnId="{BE4D2737-E722-4C4E-921D-FF5C4467B8AC}">
      <dgm:prSet/>
      <dgm:spPr/>
      <dgm:t>
        <a:bodyPr/>
        <a:lstStyle/>
        <a:p>
          <a:endParaRPr lang="en-IN"/>
        </a:p>
      </dgm:t>
    </dgm:pt>
    <dgm:pt modelId="{EA470963-7510-4A48-ACE9-52DBDD91838E}">
      <dgm:prSet custT="1"/>
      <dgm:spPr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Validate Entries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C70289A4-8F34-439E-98C4-F613574770DF}" type="parTrans" cxnId="{338007AE-008E-4D87-8676-A8B21F599AED}">
      <dgm:prSet/>
      <dgm:spPr>
        <a:ln w="38100">
          <a:solidFill>
            <a:schemeClr val="bg1"/>
          </a:solidFill>
          <a:headEnd type="none" w="med" len="med"/>
          <a:tailEnd type="triangle" w="med" len="med"/>
        </a:ln>
      </dgm:spPr>
      <dgm:t>
        <a:bodyPr/>
        <a:lstStyle/>
        <a:p>
          <a:endParaRPr lang="en-IN" dirty="0"/>
        </a:p>
      </dgm:t>
    </dgm:pt>
    <dgm:pt modelId="{983C7369-F637-4F85-97DA-2D82070AA948}" type="sibTrans" cxnId="{338007AE-008E-4D87-8676-A8B21F599AED}">
      <dgm:prSet/>
      <dgm:spPr/>
      <dgm:t>
        <a:bodyPr/>
        <a:lstStyle/>
        <a:p>
          <a:endParaRPr lang="en-IN"/>
        </a:p>
      </dgm:t>
    </dgm:pt>
    <dgm:pt modelId="{83B2F734-529E-4B45-AB2D-E73925393A35}">
      <dgm:prSet custT="1"/>
      <dgm:spPr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CREATE REPORTED_ITEM OBJECT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42861470-1682-42A1-A33F-01A7FC6B2EE8}" type="parTrans" cxnId="{BEB37F75-DA15-4453-87DE-5BCA3B1B5489}">
      <dgm:prSet/>
      <dgm:spPr>
        <a:ln w="38100">
          <a:solidFill>
            <a:schemeClr val="bg1"/>
          </a:solidFill>
          <a:headEnd type="none" w="med" len="med"/>
          <a:tailEnd type="triangle" w="med" len="med"/>
        </a:ln>
      </dgm:spPr>
      <dgm:t>
        <a:bodyPr/>
        <a:lstStyle/>
        <a:p>
          <a:endParaRPr lang="en-IN"/>
        </a:p>
      </dgm:t>
    </dgm:pt>
    <dgm:pt modelId="{5DD0C7E0-62E1-4B5B-A1EC-B4B3EA0DEF8A}" type="sibTrans" cxnId="{BEB37F75-DA15-4453-87DE-5BCA3B1B5489}">
      <dgm:prSet/>
      <dgm:spPr/>
      <dgm:t>
        <a:bodyPr/>
        <a:lstStyle/>
        <a:p>
          <a:endParaRPr lang="en-IN"/>
        </a:p>
      </dgm:t>
    </dgm:pt>
    <dgm:pt modelId="{36CD5896-3B7C-48E0-B5CF-7EF24A18AC7B}">
      <dgm:prSet custT="1"/>
      <dgm:spPr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ADD TO DATABASE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AF40FEAE-F0EA-4936-8446-367A48A538D9}" type="parTrans" cxnId="{9825C0CD-C4FE-4133-A896-C550E1CCC3D0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38100">
          <a:solidFill>
            <a:schemeClr val="bg1"/>
          </a:solidFill>
          <a:prstDash val="solid"/>
          <a:headEnd type="none" w="med" len="med"/>
          <a:tailEnd type="triangle" w="med" len="med"/>
        </a:ln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9ED756FF-BB5F-4051-B8C3-C0BFD696BF4C}" type="sibTrans" cxnId="{9825C0CD-C4FE-4133-A896-C550E1CCC3D0}">
      <dgm:prSet/>
      <dgm:spPr/>
      <dgm:t>
        <a:bodyPr/>
        <a:lstStyle/>
        <a:p>
          <a:endParaRPr lang="en-IN"/>
        </a:p>
      </dgm:t>
    </dgm:pt>
    <dgm:pt modelId="{1793F087-3222-4FDB-BC3F-CA65A3F64FFC}">
      <dgm:prSet custT="1"/>
      <dgm:spPr>
        <a:solidFill>
          <a:srgbClr val="FF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SEARCH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07AA53C2-CA3B-4800-BCBD-262147AFBE62}" type="parTrans" cxnId="{2926E98F-341D-4FB0-811C-FFDF83F9A7C2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endParaRPr lang="en-IN" sz="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3D5AC628-7C9D-436B-8D00-4D032F846503}" type="sibTrans" cxnId="{2926E98F-341D-4FB0-811C-FFDF83F9A7C2}">
      <dgm:prSet/>
      <dgm:spPr/>
      <dgm:t>
        <a:bodyPr/>
        <a:lstStyle/>
        <a:p>
          <a:endParaRPr lang="en-IN"/>
        </a:p>
      </dgm:t>
    </dgm:pt>
    <dgm:pt modelId="{A2A426C6-F597-4A81-B491-5D930B8505BF}">
      <dgm:prSet custT="1"/>
      <dgm:spPr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r>
            <a:rPr lang="en-US" sz="900" kern="1200" dirty="0">
              <a:latin typeface="Arial Rounded MT Bold" panose="020F0704030504030204" pitchFamily="34" charset="0"/>
            </a:rPr>
            <a:t>SUBMIT FORM</a:t>
          </a:r>
        </a:p>
        <a:p>
          <a:r>
            <a:rPr lang="en-US" sz="900" kern="1200" dirty="0">
              <a:latin typeface="Arial Rounded MT Bold" panose="020F0704030504030204" pitchFamily="34" charset="0"/>
            </a:rPr>
            <a:t>[DETAILS, </a:t>
          </a: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DESCRIPTION</a:t>
          </a:r>
          <a:r>
            <a:rPr lang="en-US" sz="900" kern="1200" dirty="0">
              <a:latin typeface="Arial Rounded MT Bold" panose="020F0704030504030204" pitchFamily="34" charset="0"/>
            </a:rPr>
            <a:t> TAGS, CONTACT INFO]</a:t>
          </a:r>
        </a:p>
        <a:p>
          <a:endParaRPr lang="en-IN" sz="900" kern="1200" dirty="0">
            <a:latin typeface="Arial Rounded MT Bold" panose="020F0704030504030204" pitchFamily="34" charset="0"/>
          </a:endParaRPr>
        </a:p>
        <a:p>
          <a:r>
            <a:rPr lang="en-IN" sz="900" kern="1200" dirty="0">
              <a:latin typeface="Arial Rounded MT Bold" panose="020F0704030504030204" pitchFamily="34" charset="0"/>
            </a:rPr>
            <a:t>VALIDATE ENTRIES</a:t>
          </a:r>
        </a:p>
      </dgm:t>
    </dgm:pt>
    <dgm:pt modelId="{8CECE375-2694-4C40-9440-F017F8AC18A9}" type="parTrans" cxnId="{9D0E62E6-EE62-4E52-A786-43A44F3933E7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A5052C1A-927F-4184-A66C-92516AD0F3B6}" type="sibTrans" cxnId="{9D0E62E6-EE62-4E52-A786-43A44F3933E7}">
      <dgm:prSet/>
      <dgm:spPr/>
      <dgm:t>
        <a:bodyPr/>
        <a:lstStyle/>
        <a:p>
          <a:endParaRPr lang="en-IN"/>
        </a:p>
      </dgm:t>
    </dgm:pt>
    <dgm:pt modelId="{74336AC5-0EDE-42B1-853D-6BDBBC1128F1}">
      <dgm:prSet custT="1"/>
      <dgm:spPr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SEARCH ENGINE RUNS</a:t>
          </a:r>
          <a:endParaRPr lang="en-IN" sz="9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73496DA8-8B30-4C97-95CA-872BCF1028BF}" type="parTrans" cxnId="{43669005-FE45-440D-BA6D-5C675767E602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3243D1A1-F025-430E-8927-3EC808A13E94}" type="sibTrans" cxnId="{43669005-FE45-440D-BA6D-5C675767E602}">
      <dgm:prSet/>
      <dgm:spPr/>
      <dgm:t>
        <a:bodyPr/>
        <a:lstStyle/>
        <a:p>
          <a:endParaRPr lang="en-IN"/>
        </a:p>
      </dgm:t>
    </dgm:pt>
    <dgm:pt modelId="{5D42C2ED-1441-47D0-A301-AB212F4EDBF5}">
      <dgm:prSet custT="1"/>
      <dgm:spPr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GET SEARCH RESULTS</a:t>
          </a:r>
          <a:endParaRPr lang="en-IN" sz="9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98787B07-2E54-40BB-94CF-DC038CF70E67}" type="parTrans" cxnId="{3338FBD2-6B96-4A1F-A05D-AC4D5582B5F5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09A48885-4220-4A72-8740-F073EA13F2BF}" type="sibTrans" cxnId="{3338FBD2-6B96-4A1F-A05D-AC4D5582B5F5}">
      <dgm:prSet/>
      <dgm:spPr/>
      <dgm:t>
        <a:bodyPr/>
        <a:lstStyle/>
        <a:p>
          <a:endParaRPr lang="en-IN"/>
        </a:p>
      </dgm:t>
    </dgm:pt>
    <dgm:pt modelId="{4F54D59E-584D-4B3B-B0EB-F6AF0F724E3D}">
      <dgm:prSet/>
      <dgm:spPr>
        <a:solidFill>
          <a:srgbClr val="00B050"/>
        </a:solidFill>
      </dgm:spPr>
      <dgm:t>
        <a:bodyPr/>
        <a:lstStyle/>
        <a:p>
          <a:r>
            <a:rPr lang="en-US"/>
            <a:t>if match:</a:t>
          </a:r>
          <a:endParaRPr lang="en-IN"/>
        </a:p>
      </dgm:t>
    </dgm:pt>
    <dgm:pt modelId="{9B2DE923-AF6D-4140-A314-FFC31A385EB6}" type="parTrans" cxnId="{235A0302-7525-4394-A545-690F6114D5FE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CFA459AB-3313-4ED3-8BD5-66D0C30E5854}" type="sibTrans" cxnId="{235A0302-7525-4394-A545-690F6114D5FE}">
      <dgm:prSet/>
      <dgm:spPr/>
      <dgm:t>
        <a:bodyPr/>
        <a:lstStyle/>
        <a:p>
          <a:endParaRPr lang="en-IN"/>
        </a:p>
      </dgm:t>
    </dgm:pt>
    <dgm:pt modelId="{C6108830-EF3B-4B07-924C-2A141B6FCF2C}">
      <dgm:prSet custT="1"/>
      <dgm:spPr>
        <a:solidFill>
          <a:srgbClr val="00FF00"/>
        </a:solidFill>
      </dgm:spPr>
      <dgm:t>
        <a:bodyPr/>
        <a:lstStyle/>
        <a:p>
          <a:r>
            <a:rPr lang="en-US" sz="900" dirty="0">
              <a:latin typeface="Arial Rounded MT Bold" panose="020F0704030504030204" pitchFamily="34" charset="0"/>
            </a:rPr>
            <a:t>CONTACT THROUGH GIVEN CONTACT INFO</a:t>
          </a:r>
          <a:endParaRPr lang="en-IN" sz="900" dirty="0">
            <a:latin typeface="Arial Rounded MT Bold" panose="020F0704030504030204" pitchFamily="34" charset="0"/>
          </a:endParaRPr>
        </a:p>
      </dgm:t>
    </dgm:pt>
    <dgm:pt modelId="{C85179F2-8DE7-40FA-938A-6442C6DC12F5}" type="parTrans" cxnId="{D028BF0C-3866-4302-8707-74914F1962C2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3766B8FB-8DB3-4991-8CB7-6F439AFF82F3}" type="sibTrans" cxnId="{D028BF0C-3866-4302-8707-74914F1962C2}">
      <dgm:prSet/>
      <dgm:spPr/>
      <dgm:t>
        <a:bodyPr/>
        <a:lstStyle/>
        <a:p>
          <a:endParaRPr lang="en-IN"/>
        </a:p>
      </dgm:t>
    </dgm:pt>
    <dgm:pt modelId="{53F17C27-6EFB-4F56-9533-CD291346496B}">
      <dgm:prSet custT="1"/>
      <dgm:spPr>
        <a:solidFill>
          <a:srgbClr val="33CCFF"/>
        </a:solidFill>
      </dgm:spPr>
      <dgm:t>
        <a:bodyPr/>
        <a:lstStyle/>
        <a:p>
          <a:r>
            <a:rPr lang="en-US" sz="1000" dirty="0">
              <a:latin typeface="Arial Rounded MT Bold" panose="020F0704030504030204" pitchFamily="34" charset="0"/>
            </a:rPr>
            <a:t>CONFIRM</a:t>
          </a:r>
          <a:endParaRPr lang="en-IN" sz="1000" dirty="0">
            <a:latin typeface="Arial Rounded MT Bold" panose="020F0704030504030204" pitchFamily="34" charset="0"/>
          </a:endParaRPr>
        </a:p>
      </dgm:t>
    </dgm:pt>
    <dgm:pt modelId="{ABFBBB6D-EB3D-48BC-828D-1A8860589E08}" type="parTrans" cxnId="{90FA5E3D-54D8-4CD9-86B2-6DC0371D96B5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973E9137-C549-4F07-893F-5719AAA20E3D}" type="sibTrans" cxnId="{90FA5E3D-54D8-4CD9-86B2-6DC0371D96B5}">
      <dgm:prSet/>
      <dgm:spPr/>
      <dgm:t>
        <a:bodyPr/>
        <a:lstStyle/>
        <a:p>
          <a:endParaRPr lang="en-IN"/>
        </a:p>
      </dgm:t>
    </dgm:pt>
    <dgm:pt modelId="{2B04F1A0-E077-47D8-94BB-481C172AA601}">
      <dgm:prSet custT="1"/>
      <dgm:spPr>
        <a:solidFill>
          <a:srgbClr val="00FFFF"/>
        </a:solidFill>
        <a:ln w="57150">
          <a:solidFill>
            <a:schemeClr val="bg1"/>
          </a:solidFill>
        </a:ln>
        <a:effectLst>
          <a:glow rad="101600">
            <a:srgbClr val="00FFFF">
              <a:alpha val="60000"/>
            </a:srgbClr>
          </a:glow>
        </a:effectLst>
      </dgm:spPr>
      <dgm:t>
        <a:bodyPr/>
        <a:lstStyle/>
        <a:p>
          <a:r>
            <a:rPr lang="en-US" sz="1050" u="none" baseline="0" dirty="0">
              <a:latin typeface="Arial Rounded MT Bold" panose="020F0704030504030204" pitchFamily="34" charset="0"/>
            </a:rPr>
            <a:t>GET ITEM BACK</a:t>
          </a:r>
          <a:endParaRPr lang="en-IN" sz="1050" u="none" baseline="0" dirty="0">
            <a:latin typeface="Arial Rounded MT Bold" panose="020F0704030504030204" pitchFamily="34" charset="0"/>
          </a:endParaRPr>
        </a:p>
      </dgm:t>
    </dgm:pt>
    <dgm:pt modelId="{B09284B8-959B-4A32-B9BB-60F3D49D8A62}" type="parTrans" cxnId="{DA2B5ECD-2AB4-4FF9-9A90-A93B3D709212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7F430562-8728-4436-812F-A31A679133BB}" type="sibTrans" cxnId="{DA2B5ECD-2AB4-4FF9-9A90-A93B3D709212}">
      <dgm:prSet/>
      <dgm:spPr/>
      <dgm:t>
        <a:bodyPr/>
        <a:lstStyle/>
        <a:p>
          <a:endParaRPr lang="en-IN"/>
        </a:p>
      </dgm:t>
    </dgm:pt>
    <dgm:pt modelId="{2641B459-4EF0-4A81-967F-793B7BB66802}">
      <dgm:prSet custT="1"/>
      <dgm:spPr>
        <a:solidFill>
          <a:srgbClr val="FF0000"/>
        </a:solidFill>
      </dgm:spPr>
      <dgm:t>
        <a:bodyPr/>
        <a:lstStyle/>
        <a:p>
          <a:r>
            <a:rPr lang="en-US" sz="1000" dirty="0">
              <a:latin typeface="Arial Rounded MT Bold" panose="020F0704030504030204" pitchFamily="34" charset="0"/>
            </a:rPr>
            <a:t>ELSE:</a:t>
          </a:r>
          <a:endParaRPr lang="en-IN" sz="1000" dirty="0">
            <a:latin typeface="Arial Rounded MT Bold" panose="020F0704030504030204" pitchFamily="34" charset="0"/>
          </a:endParaRPr>
        </a:p>
      </dgm:t>
    </dgm:pt>
    <dgm:pt modelId="{518365FD-4301-411A-8F09-B2895F45B682}" type="parTrans" cxnId="{B50835D7-D444-4C29-B6E8-BE37938A56D1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5A6C093B-9080-4797-98AC-8DE7F99E044C}" type="sibTrans" cxnId="{B50835D7-D444-4C29-B6E8-BE37938A56D1}">
      <dgm:prSet/>
      <dgm:spPr/>
      <dgm:t>
        <a:bodyPr/>
        <a:lstStyle/>
        <a:p>
          <a:endParaRPr lang="en-IN"/>
        </a:p>
      </dgm:t>
    </dgm:pt>
    <dgm:pt modelId="{1BB95360-0909-4D97-B221-EE81AE909186}">
      <dgm:prSet custT="1"/>
      <dgm:spPr>
        <a:solidFill>
          <a:srgbClr val="FF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All The Best!</a:t>
          </a:r>
          <a:endParaRPr lang="en-IN" sz="1000" kern="120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5F502F09-B9A3-473D-B53C-0017CB5B657D}" type="parTrans" cxnId="{EE5B357F-8A40-4ABC-8EE5-1E00C817D628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53AB6CA0-4B22-49C4-8F96-A8552B248B62}" type="sibTrans" cxnId="{EE5B357F-8A40-4ABC-8EE5-1E00C817D628}">
      <dgm:prSet/>
      <dgm:spPr/>
      <dgm:t>
        <a:bodyPr/>
        <a:lstStyle/>
        <a:p>
          <a:endParaRPr lang="en-IN"/>
        </a:p>
      </dgm:t>
    </dgm:pt>
    <dgm:pt modelId="{BFB02F4A-6B99-4406-B7F9-F22EC032AC0E}">
      <dgm:prSet custT="1"/>
      <dgm:spPr>
        <a:solidFill>
          <a:srgbClr val="00FFFF"/>
        </a:solidFill>
      </dgm:spPr>
      <dgm:t>
        <a:bodyPr/>
        <a:lstStyle/>
        <a:p>
          <a:r>
            <a:rPr lang="en-US" sz="1000" dirty="0">
              <a:latin typeface="Arial Rounded MT Bold" panose="020F0704030504030204" pitchFamily="34" charset="0"/>
            </a:rPr>
            <a:t>YOUR REPORTS</a:t>
          </a:r>
          <a:endParaRPr lang="en-IN" sz="1000" dirty="0"/>
        </a:p>
      </dgm:t>
    </dgm:pt>
    <dgm:pt modelId="{828D809A-5FA2-4E03-815A-4ADCAD2D4492}" type="parTrans" cxnId="{E7645E99-75BD-427A-841C-6DE3E22D791E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893411C6-D425-4184-8A81-29A3CD830F49}" type="sibTrans" cxnId="{E7645E99-75BD-427A-841C-6DE3E22D791E}">
      <dgm:prSet/>
      <dgm:spPr/>
      <dgm:t>
        <a:bodyPr/>
        <a:lstStyle/>
        <a:p>
          <a:endParaRPr lang="en-IN"/>
        </a:p>
      </dgm:t>
    </dgm:pt>
    <dgm:pt modelId="{57CE8ABB-2A9D-4316-92C6-6AA446048F94}">
      <dgm:prSet custT="1"/>
      <dgm:spPr>
        <a:solidFill>
          <a:srgbClr val="33CCFF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SHOWS ITEMS YOU REPORTED</a:t>
          </a:r>
          <a:endParaRPr lang="en-IN" sz="9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54E62EEC-4688-463A-9F4F-19E84A705DEC}" type="parTrans" cxnId="{14CD58F9-8FD1-4580-9F7E-99EB16DC97FC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FC15F0EB-9882-412E-BCE4-FCA1DF79C12C}" type="sibTrans" cxnId="{14CD58F9-8FD1-4580-9F7E-99EB16DC97FC}">
      <dgm:prSet/>
      <dgm:spPr/>
      <dgm:t>
        <a:bodyPr/>
        <a:lstStyle/>
        <a:p>
          <a:endParaRPr lang="en-IN"/>
        </a:p>
      </dgm:t>
    </dgm:pt>
    <dgm:pt modelId="{2DED0B5B-665E-4702-A6FB-6ED82B4D2F17}">
      <dgm:prSet custT="1"/>
      <dgm:spPr>
        <a:solidFill>
          <a:srgbClr val="FF6600"/>
        </a:solidFill>
      </dgm:spPr>
      <dgm:t>
        <a:bodyPr/>
        <a:lstStyle/>
        <a:p>
          <a:r>
            <a:rPr lang="en-US" sz="1000" dirty="0">
              <a:latin typeface="Arial Rounded MT Bold" panose="020F0704030504030204" pitchFamily="34" charset="0"/>
            </a:rPr>
            <a:t>HISTORY</a:t>
          </a:r>
          <a:endParaRPr lang="en-IN" sz="700" dirty="0">
            <a:latin typeface="Arial Rounded MT Bold" panose="020F0704030504030204" pitchFamily="34" charset="0"/>
          </a:endParaRPr>
        </a:p>
      </dgm:t>
    </dgm:pt>
    <dgm:pt modelId="{222253C5-2680-4229-A34B-58971C00C620}" type="parTrans" cxnId="{8BA22E68-22B6-4085-87E2-F5937F1921DE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84C946A7-FA0C-4A2A-869F-4E947D1EE86B}" type="sibTrans" cxnId="{8BA22E68-22B6-4085-87E2-F5937F1921DE}">
      <dgm:prSet/>
      <dgm:spPr/>
      <dgm:t>
        <a:bodyPr/>
        <a:lstStyle/>
        <a:p>
          <a:endParaRPr lang="en-IN"/>
        </a:p>
      </dgm:t>
    </dgm:pt>
    <dgm:pt modelId="{2303C34F-376E-4E54-BE9F-EC4C6A2DB99D}">
      <dgm:prSet/>
      <dgm:spPr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r>
            <a:rPr lang="en-US" dirty="0">
              <a:latin typeface="Arial Rounded MT Bold" panose="020F0704030504030204" pitchFamily="34" charset="0"/>
            </a:rPr>
            <a:t>SHOWS HISTORY OF SUCCESSFUL MATCHES THROUGH THE APP</a:t>
          </a:r>
          <a:endParaRPr lang="en-IN" dirty="0">
            <a:latin typeface="Arial Rounded MT Bold" panose="020F0704030504030204" pitchFamily="34" charset="0"/>
          </a:endParaRPr>
        </a:p>
      </dgm:t>
    </dgm:pt>
    <dgm:pt modelId="{7EB9BBD3-6C30-488F-93F7-DE5D2ADB7FB8}" type="parTrans" cxnId="{5ADD7673-81C1-4F49-BFD2-E9063D601AD3}">
      <dgm:prSet custT="1"/>
      <dgm:spPr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gm:spPr>
      <dgm:t>
        <a:bodyPr spcFirstLastPara="0" vert="horz" wrap="square" lIns="12700" tIns="0" rIns="12700" bIns="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D4F17AF3-3959-407D-90A1-0B2BE872CB89}" type="sibTrans" cxnId="{5ADD7673-81C1-4F49-BFD2-E9063D601AD3}">
      <dgm:prSet/>
      <dgm:spPr/>
      <dgm:t>
        <a:bodyPr/>
        <a:lstStyle/>
        <a:p>
          <a:endParaRPr lang="en-IN"/>
        </a:p>
      </dgm:t>
    </dgm:pt>
    <dgm:pt modelId="{AE0C7E57-EBDA-4C3E-B8A0-7D53898C5F00}" type="pres">
      <dgm:prSet presAssocID="{A56FC301-9976-428F-8A7C-560CAF8F116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1B0A8E1-FE8A-4942-8E5C-007BE437E5B2}" type="pres">
      <dgm:prSet presAssocID="{9E6C1763-4ABB-4CAA-92A4-E6260058B8C6}" presName="root1" presStyleCnt="0"/>
      <dgm:spPr/>
    </dgm:pt>
    <dgm:pt modelId="{D61223C3-951F-42B8-A4BE-5983C42F4C54}" type="pres">
      <dgm:prSet presAssocID="{9E6C1763-4ABB-4CAA-92A4-E6260058B8C6}" presName="LevelOneTextNode" presStyleLbl="node0" presStyleIdx="0" presStyleCnt="1" custScaleX="108427" custScaleY="141162" custLinFactNeighborX="6443">
        <dgm:presLayoutVars>
          <dgm:chPref val="3"/>
        </dgm:presLayoutVars>
      </dgm:prSet>
      <dgm:spPr/>
    </dgm:pt>
    <dgm:pt modelId="{BB4AC518-8A3B-406E-9E42-74F9845FA208}" type="pres">
      <dgm:prSet presAssocID="{9E6C1763-4ABB-4CAA-92A4-E6260058B8C6}" presName="level2hierChild" presStyleCnt="0"/>
      <dgm:spPr/>
    </dgm:pt>
    <dgm:pt modelId="{D9D17139-CD3F-46D2-A3B8-904A6D1F3106}" type="pres">
      <dgm:prSet presAssocID="{EE5CEEA9-733C-4D04-A635-5B99F419DF60}" presName="conn2-1" presStyleLbl="parChTrans1D2" presStyleIdx="0" presStyleCnt="4"/>
      <dgm:spPr>
        <a:xfrm rot="17694299">
          <a:off x="305571" y="2037728"/>
          <a:ext cx="2508197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2508197" y="6475"/>
              </a:lnTo>
            </a:path>
          </a:pathLst>
        </a:custGeom>
      </dgm:spPr>
    </dgm:pt>
    <dgm:pt modelId="{CFD3FEF3-5298-4A72-88C4-9010454346FE}" type="pres">
      <dgm:prSet presAssocID="{EE5CEEA9-733C-4D04-A635-5B99F419DF60}" presName="connTx" presStyleLbl="parChTrans1D2" presStyleIdx="0" presStyleCnt="4"/>
      <dgm:spPr/>
    </dgm:pt>
    <dgm:pt modelId="{1073AEAB-0B59-4601-878B-BEDDE26EEBB1}" type="pres">
      <dgm:prSet presAssocID="{1BF063F2-772A-43A9-93FD-2D012983156F}" presName="root2" presStyleCnt="0"/>
      <dgm:spPr/>
    </dgm:pt>
    <dgm:pt modelId="{342266FB-C290-4A6D-8352-8E56EC8D5C62}" type="pres">
      <dgm:prSet presAssocID="{1BF063F2-772A-43A9-93FD-2D012983156F}" presName="LevelTwoTextNode" presStyleLbl="node2" presStyleIdx="0" presStyleCnt="4" custLinFactY="-100000" custLinFactNeighborX="85674" custLinFactNeighborY="-140770">
        <dgm:presLayoutVars>
          <dgm:chPref val="3"/>
        </dgm:presLayoutVars>
      </dgm:prSet>
      <dgm:spPr>
        <a:xfrm>
          <a:off x="2314040" y="634606"/>
          <a:ext cx="985936" cy="492968"/>
        </a:xfrm>
        <a:prstGeom prst="roundRect">
          <a:avLst>
            <a:gd name="adj" fmla="val 10000"/>
          </a:avLst>
        </a:prstGeom>
      </dgm:spPr>
    </dgm:pt>
    <dgm:pt modelId="{E5F817DD-9421-40B3-A408-9C4E98A16B88}" type="pres">
      <dgm:prSet presAssocID="{1BF063F2-772A-43A9-93FD-2D012983156F}" presName="level3hierChild" presStyleCnt="0"/>
      <dgm:spPr/>
    </dgm:pt>
    <dgm:pt modelId="{C5981F42-E09C-47FB-965E-D84AD981F95D}" type="pres">
      <dgm:prSet presAssocID="{0F3F14CD-5391-4F13-9076-4FAB4CCB5653}" presName="conn2-1" presStyleLbl="parChTrans1D3" presStyleIdx="0" presStyleCnt="4"/>
      <dgm:spPr/>
    </dgm:pt>
    <dgm:pt modelId="{7D55D490-FDD2-484E-BFD8-9D035A4D95A7}" type="pres">
      <dgm:prSet presAssocID="{0F3F14CD-5391-4F13-9076-4FAB4CCB5653}" presName="connTx" presStyleLbl="parChTrans1D3" presStyleIdx="0" presStyleCnt="4"/>
      <dgm:spPr/>
    </dgm:pt>
    <dgm:pt modelId="{1F77B19D-3877-4AFA-A787-6489038ECF0A}" type="pres">
      <dgm:prSet presAssocID="{76B02E67-2544-4357-84CF-69BD2A12A4F2}" presName="root2" presStyleCnt="0"/>
      <dgm:spPr/>
    </dgm:pt>
    <dgm:pt modelId="{5B91395E-5272-48F4-8AB5-6C45280DED89}" type="pres">
      <dgm:prSet presAssocID="{76B02E67-2544-4357-84CF-69BD2A12A4F2}" presName="LevelTwoTextNode" presStyleLbl="node3" presStyleIdx="0" presStyleCnt="4" custScaleX="200571" custScaleY="200865" custLinFactY="-100000" custLinFactNeighborX="85674" custLinFactNeighborY="-140770">
        <dgm:presLayoutVars>
          <dgm:chPref val="3"/>
        </dgm:presLayoutVars>
      </dgm:prSet>
      <dgm:spPr>
        <a:xfrm>
          <a:off x="3696664" y="636993"/>
          <a:ext cx="984974" cy="492487"/>
        </a:xfrm>
        <a:prstGeom prst="roundRect">
          <a:avLst>
            <a:gd name="adj" fmla="val 10000"/>
          </a:avLst>
        </a:prstGeom>
      </dgm:spPr>
    </dgm:pt>
    <dgm:pt modelId="{4E8973D6-4752-4958-ABBD-8A89A1136C70}" type="pres">
      <dgm:prSet presAssocID="{76B02E67-2544-4357-84CF-69BD2A12A4F2}" presName="level3hierChild" presStyleCnt="0"/>
      <dgm:spPr/>
    </dgm:pt>
    <dgm:pt modelId="{4DF18BD5-BC28-4A56-A847-4AF2149FD772}" type="pres">
      <dgm:prSet presAssocID="{C70289A4-8F34-439E-98C4-F613574770DF}" presName="conn2-1" presStyleLbl="parChTrans1D4" presStyleIdx="0" presStyleCnt="11"/>
      <dgm:spPr/>
    </dgm:pt>
    <dgm:pt modelId="{744F70F7-295B-41F5-A762-D5D375D18D1F}" type="pres">
      <dgm:prSet presAssocID="{C70289A4-8F34-439E-98C4-F613574770DF}" presName="connTx" presStyleLbl="parChTrans1D4" presStyleIdx="0" presStyleCnt="11"/>
      <dgm:spPr/>
    </dgm:pt>
    <dgm:pt modelId="{88E3403D-97C4-4753-9BEE-5740F6C982FF}" type="pres">
      <dgm:prSet presAssocID="{EA470963-7510-4A48-ACE9-52DBDD91838E}" presName="root2" presStyleCnt="0"/>
      <dgm:spPr/>
    </dgm:pt>
    <dgm:pt modelId="{C4994642-46E4-4AEA-9F97-C70BA2EFC508}" type="pres">
      <dgm:prSet presAssocID="{EA470963-7510-4A48-ACE9-52DBDD91838E}" presName="LevelTwoTextNode" presStyleLbl="node4" presStyleIdx="0" presStyleCnt="11" custLinFactY="-100000" custLinFactNeighborX="85674" custLinFactNeighborY="-140770">
        <dgm:presLayoutVars>
          <dgm:chPref val="3"/>
        </dgm:presLayoutVars>
      </dgm:prSet>
      <dgm:spPr>
        <a:xfrm>
          <a:off x="5075627" y="636993"/>
          <a:ext cx="984974" cy="492487"/>
        </a:xfrm>
        <a:prstGeom prst="roundRect">
          <a:avLst>
            <a:gd name="adj" fmla="val 10000"/>
          </a:avLst>
        </a:prstGeom>
      </dgm:spPr>
    </dgm:pt>
    <dgm:pt modelId="{FE5DD59E-4714-4471-A5E7-70C25909D6C7}" type="pres">
      <dgm:prSet presAssocID="{EA470963-7510-4A48-ACE9-52DBDD91838E}" presName="level3hierChild" presStyleCnt="0"/>
      <dgm:spPr/>
    </dgm:pt>
    <dgm:pt modelId="{D8841913-64DE-4964-B121-421470ABDAC0}" type="pres">
      <dgm:prSet presAssocID="{42861470-1682-42A1-A33F-01A7FC6B2EE8}" presName="conn2-1" presStyleLbl="parChTrans1D4" presStyleIdx="1" presStyleCnt="11"/>
      <dgm:spPr/>
    </dgm:pt>
    <dgm:pt modelId="{6ADB07EA-B090-4110-AB83-08D3D34EE7F9}" type="pres">
      <dgm:prSet presAssocID="{42861470-1682-42A1-A33F-01A7FC6B2EE8}" presName="connTx" presStyleLbl="parChTrans1D4" presStyleIdx="1" presStyleCnt="11"/>
      <dgm:spPr/>
    </dgm:pt>
    <dgm:pt modelId="{15DCDE09-14DC-455A-8D0E-64714E9B0DE6}" type="pres">
      <dgm:prSet presAssocID="{83B2F734-529E-4B45-AB2D-E73925393A35}" presName="root2" presStyleCnt="0"/>
      <dgm:spPr/>
    </dgm:pt>
    <dgm:pt modelId="{F7DA333D-947F-474D-BE63-01CB7021E331}" type="pres">
      <dgm:prSet presAssocID="{83B2F734-529E-4B45-AB2D-E73925393A35}" presName="LevelTwoTextNode" presStyleLbl="node4" presStyleIdx="1" presStyleCnt="11" custScaleX="143323" custLinFactY="-100000" custLinFactNeighborX="85674" custLinFactNeighborY="-140770">
        <dgm:presLayoutVars>
          <dgm:chPref val="3"/>
        </dgm:presLayoutVars>
      </dgm:prSet>
      <dgm:spPr>
        <a:xfrm>
          <a:off x="6454591" y="636993"/>
          <a:ext cx="984974" cy="492487"/>
        </a:xfrm>
        <a:prstGeom prst="roundRect">
          <a:avLst>
            <a:gd name="adj" fmla="val 10000"/>
          </a:avLst>
        </a:prstGeom>
      </dgm:spPr>
    </dgm:pt>
    <dgm:pt modelId="{9A52E3DC-56E2-4B6D-A500-97E12EBC1262}" type="pres">
      <dgm:prSet presAssocID="{83B2F734-529E-4B45-AB2D-E73925393A35}" presName="level3hierChild" presStyleCnt="0"/>
      <dgm:spPr/>
    </dgm:pt>
    <dgm:pt modelId="{043068CD-BB77-42D4-B4CF-B8F7882BBE2F}" type="pres">
      <dgm:prSet presAssocID="{AF40FEAE-F0EA-4936-8446-367A48A538D9}" presName="conn2-1" presStyleLbl="parChTrans1D4" presStyleIdx="2" presStyleCnt="11"/>
      <dgm:spPr>
        <a:xfrm>
          <a:off x="7969067" y="900251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B1C18F73-973F-4ADF-ABAD-FE37C206D778}" type="pres">
      <dgm:prSet presAssocID="{AF40FEAE-F0EA-4936-8446-367A48A538D9}" presName="connTx" presStyleLbl="parChTrans1D4" presStyleIdx="2" presStyleCnt="11"/>
      <dgm:spPr/>
    </dgm:pt>
    <dgm:pt modelId="{05809BE0-092C-4CE3-A9E6-391A74C4EA0B}" type="pres">
      <dgm:prSet presAssocID="{36CD5896-3B7C-48E0-B5CF-7EF24A18AC7B}" presName="root2" presStyleCnt="0"/>
      <dgm:spPr/>
    </dgm:pt>
    <dgm:pt modelId="{EED0BD41-7140-4394-8F76-9026F9403AAE}" type="pres">
      <dgm:prSet presAssocID="{36CD5896-3B7C-48E0-B5CF-7EF24A18AC7B}" presName="LevelTwoTextNode" presStyleLbl="node4" presStyleIdx="2" presStyleCnt="11" custLinFactY="-100000" custLinFactNeighborX="85674" custLinFactNeighborY="-140770">
        <dgm:presLayoutVars>
          <dgm:chPref val="3"/>
        </dgm:presLayoutVars>
      </dgm:prSet>
      <dgm:spPr>
        <a:xfrm>
          <a:off x="7833555" y="636993"/>
          <a:ext cx="984974" cy="492487"/>
        </a:xfrm>
        <a:prstGeom prst="roundRect">
          <a:avLst>
            <a:gd name="adj" fmla="val 10000"/>
          </a:avLst>
        </a:prstGeom>
      </dgm:spPr>
    </dgm:pt>
    <dgm:pt modelId="{DAADF3CF-A275-44F3-8DBB-1D8B900B9BEE}" type="pres">
      <dgm:prSet presAssocID="{36CD5896-3B7C-48E0-B5CF-7EF24A18AC7B}" presName="level3hierChild" presStyleCnt="0"/>
      <dgm:spPr/>
    </dgm:pt>
    <dgm:pt modelId="{ACE51FA8-9655-4CEB-AEB7-D4A517F7F796}" type="pres">
      <dgm:prSet presAssocID="{07AA53C2-CA3B-4800-BCBD-262147AFBE62}" presName="conn2-1" presStyleLbl="parChTrans1D2" presStyleIdx="1" presStyleCnt="4"/>
      <dgm:spPr>
        <a:xfrm rot="21007846">
          <a:off x="1029317" y="3149346"/>
          <a:ext cx="301738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01738" y="6475"/>
              </a:lnTo>
            </a:path>
          </a:pathLst>
        </a:custGeom>
      </dgm:spPr>
    </dgm:pt>
    <dgm:pt modelId="{15D9B1E5-B478-4CD8-9F4E-2128C1C23604}" type="pres">
      <dgm:prSet presAssocID="{07AA53C2-CA3B-4800-BCBD-262147AFBE62}" presName="connTx" presStyleLbl="parChTrans1D2" presStyleIdx="1" presStyleCnt="4"/>
      <dgm:spPr/>
    </dgm:pt>
    <dgm:pt modelId="{36E5788E-6A0A-4D3B-9A60-660F7E0A699A}" type="pres">
      <dgm:prSet presAssocID="{1793F087-3222-4FDB-BC3F-CA65A3F64FFC}" presName="root2" presStyleCnt="0"/>
      <dgm:spPr/>
    </dgm:pt>
    <dgm:pt modelId="{425AB103-25EE-4445-9BB4-E8E53E8AFDFA}" type="pres">
      <dgm:prSet presAssocID="{1793F087-3222-4FDB-BC3F-CA65A3F64FFC}" presName="LevelTwoTextNode" presStyleLbl="node2" presStyleIdx="1" presStyleCnt="4">
        <dgm:presLayoutVars>
          <dgm:chPref val="3"/>
        </dgm:presLayoutVars>
      </dgm:prSet>
      <dgm:spPr>
        <a:xfrm>
          <a:off x="1377742" y="2813062"/>
          <a:ext cx="923413" cy="461706"/>
        </a:xfrm>
        <a:prstGeom prst="roundRect">
          <a:avLst>
            <a:gd name="adj" fmla="val 10000"/>
          </a:avLst>
        </a:prstGeom>
      </dgm:spPr>
    </dgm:pt>
    <dgm:pt modelId="{7729EA0B-8FB2-4DE6-ADD3-33C634D4E57B}" type="pres">
      <dgm:prSet presAssocID="{1793F087-3222-4FDB-BC3F-CA65A3F64FFC}" presName="level3hierChild" presStyleCnt="0"/>
      <dgm:spPr/>
    </dgm:pt>
    <dgm:pt modelId="{7ADA9E30-0AC3-499E-BAA6-B222E812BB0D}" type="pres">
      <dgm:prSet presAssocID="{8CECE375-2694-4C40-9440-F017F8AC18A9}" presName="conn2-1" presStyleLbl="parChTrans1D3" presStyleIdx="1" presStyleCnt="4"/>
      <dgm:spPr>
        <a:xfrm>
          <a:off x="2214700" y="3123487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68868CE6-8785-4AB0-951A-08E08B11A74A}" type="pres">
      <dgm:prSet presAssocID="{8CECE375-2694-4C40-9440-F017F8AC18A9}" presName="connTx" presStyleLbl="parChTrans1D3" presStyleIdx="1" presStyleCnt="4"/>
      <dgm:spPr/>
    </dgm:pt>
    <dgm:pt modelId="{D9AB7324-00E7-4EA5-8B21-6B2F5772DF69}" type="pres">
      <dgm:prSet presAssocID="{A2A426C6-F597-4A81-B491-5D930B8505BF}" presName="root2" presStyleCnt="0"/>
      <dgm:spPr/>
    </dgm:pt>
    <dgm:pt modelId="{6809DCF5-4DC4-4336-ADC5-C4FE37C48FEC}" type="pres">
      <dgm:prSet presAssocID="{A2A426C6-F597-4A81-B491-5D930B8505BF}" presName="LevelTwoTextNode" presStyleLbl="node3" presStyleIdx="1" presStyleCnt="4" custScaleX="149775" custScaleY="220108">
        <dgm:presLayoutVars>
          <dgm:chPref val="3"/>
        </dgm:presLayoutVars>
      </dgm:prSet>
      <dgm:spPr>
        <a:xfrm>
          <a:off x="2852797" y="2672294"/>
          <a:ext cx="984974" cy="492487"/>
        </a:xfrm>
        <a:prstGeom prst="roundRect">
          <a:avLst>
            <a:gd name="adj" fmla="val 10000"/>
          </a:avLst>
        </a:prstGeom>
      </dgm:spPr>
    </dgm:pt>
    <dgm:pt modelId="{E1994D30-B9C8-4DA0-A7BE-57B0DC68B308}" type="pres">
      <dgm:prSet presAssocID="{A2A426C6-F597-4A81-B491-5D930B8505BF}" presName="level3hierChild" presStyleCnt="0"/>
      <dgm:spPr/>
    </dgm:pt>
    <dgm:pt modelId="{9E58EE3E-210D-40E3-80DE-76E8D29E10C9}" type="pres">
      <dgm:prSet presAssocID="{73496DA8-8B30-4C97-95CA-872BCF1028BF}" presName="conn2-1" presStyleLbl="parChTrans1D4" presStyleIdx="3" presStyleCnt="11"/>
      <dgm:spPr>
        <a:xfrm>
          <a:off x="4189468" y="3123487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B369BA63-DBDE-457D-B6B3-F81F2FE336A0}" type="pres">
      <dgm:prSet presAssocID="{73496DA8-8B30-4C97-95CA-872BCF1028BF}" presName="connTx" presStyleLbl="parChTrans1D4" presStyleIdx="3" presStyleCnt="11"/>
      <dgm:spPr/>
    </dgm:pt>
    <dgm:pt modelId="{EBE24C4B-1B01-44CA-BFA2-5B355BA77010}" type="pres">
      <dgm:prSet presAssocID="{74336AC5-0EDE-42B1-853D-6BDBBC1128F1}" presName="root2" presStyleCnt="0"/>
      <dgm:spPr/>
    </dgm:pt>
    <dgm:pt modelId="{9580C0B0-055D-463F-83B6-CECBB95B1963}" type="pres">
      <dgm:prSet presAssocID="{74336AC5-0EDE-42B1-853D-6BDBBC1128F1}" presName="LevelTwoTextNode" presStyleLbl="node4" presStyleIdx="3" presStyleCnt="11">
        <dgm:presLayoutVars>
          <dgm:chPref val="3"/>
        </dgm:presLayoutVars>
      </dgm:prSet>
      <dgm:spPr>
        <a:xfrm>
          <a:off x="4728966" y="2813062"/>
          <a:ext cx="923413" cy="461706"/>
        </a:xfrm>
        <a:prstGeom prst="roundRect">
          <a:avLst>
            <a:gd name="adj" fmla="val 10000"/>
          </a:avLst>
        </a:prstGeom>
      </dgm:spPr>
    </dgm:pt>
    <dgm:pt modelId="{F6FDE4E6-A117-4F47-98BD-780B726F5550}" type="pres">
      <dgm:prSet presAssocID="{74336AC5-0EDE-42B1-853D-6BDBBC1128F1}" presName="level3hierChild" presStyleCnt="0"/>
      <dgm:spPr/>
    </dgm:pt>
    <dgm:pt modelId="{4A15BC90-B517-46C6-A69B-06DBC07E4A2B}" type="pres">
      <dgm:prSet presAssocID="{98787B07-2E54-40BB-94CF-DC038CF70E67}" presName="conn2-1" presStyleLbl="parChTrans1D4" presStyleIdx="4" presStyleCnt="11"/>
      <dgm:spPr>
        <a:xfrm>
          <a:off x="5429694" y="3123487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FA9E5796-0D36-4E21-983E-4D6A8AB81FE3}" type="pres">
      <dgm:prSet presAssocID="{98787B07-2E54-40BB-94CF-DC038CF70E67}" presName="connTx" presStyleLbl="parChTrans1D4" presStyleIdx="4" presStyleCnt="11"/>
      <dgm:spPr/>
    </dgm:pt>
    <dgm:pt modelId="{937F0D12-2E0F-43CA-BA00-64B029C5E5DD}" type="pres">
      <dgm:prSet presAssocID="{5D42C2ED-1441-47D0-A301-AB212F4EDBF5}" presName="root2" presStyleCnt="0"/>
      <dgm:spPr/>
    </dgm:pt>
    <dgm:pt modelId="{7B9CF523-F19B-433B-A9B9-F511CA46F502}" type="pres">
      <dgm:prSet presAssocID="{5D42C2ED-1441-47D0-A301-AB212F4EDBF5}" presName="LevelTwoTextNode" presStyleLbl="node4" presStyleIdx="4" presStyleCnt="11">
        <dgm:presLayoutVars>
          <dgm:chPref val="3"/>
        </dgm:presLayoutVars>
      </dgm:prSet>
      <dgm:spPr>
        <a:xfrm>
          <a:off x="6021744" y="2813062"/>
          <a:ext cx="923413" cy="461706"/>
        </a:xfrm>
        <a:prstGeom prst="roundRect">
          <a:avLst>
            <a:gd name="adj" fmla="val 10000"/>
          </a:avLst>
        </a:prstGeom>
      </dgm:spPr>
    </dgm:pt>
    <dgm:pt modelId="{5B8E95CB-ECDB-49A0-9260-64787E1F755B}" type="pres">
      <dgm:prSet presAssocID="{5D42C2ED-1441-47D0-A301-AB212F4EDBF5}" presName="level3hierChild" presStyleCnt="0"/>
      <dgm:spPr/>
    </dgm:pt>
    <dgm:pt modelId="{6B93EB06-C155-4669-9023-38A79917B546}" type="pres">
      <dgm:prSet presAssocID="{9B2DE923-AF6D-4140-A314-FFC31A385EB6}" presName="conn2-1" presStyleLbl="parChTrans1D4" presStyleIdx="5" presStyleCnt="11"/>
      <dgm:spPr>
        <a:xfrm rot="17813142">
          <a:off x="6455299" y="2774039"/>
          <a:ext cx="783593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783593" y="6475"/>
              </a:lnTo>
            </a:path>
          </a:pathLst>
        </a:custGeom>
      </dgm:spPr>
    </dgm:pt>
    <dgm:pt modelId="{99EBC53F-970A-49A8-9F07-5C420E862ED0}" type="pres">
      <dgm:prSet presAssocID="{9B2DE923-AF6D-4140-A314-FFC31A385EB6}" presName="connTx" presStyleLbl="parChTrans1D4" presStyleIdx="5" presStyleCnt="11"/>
      <dgm:spPr/>
    </dgm:pt>
    <dgm:pt modelId="{6851EE3D-96BF-4C97-ACB5-DD04877824AF}" type="pres">
      <dgm:prSet presAssocID="{4F54D59E-584D-4B3B-B0EB-F6AF0F724E3D}" presName="root2" presStyleCnt="0"/>
      <dgm:spPr/>
    </dgm:pt>
    <dgm:pt modelId="{D71C5BFF-04C3-45FE-BAF3-A4D71D28DA92}" type="pres">
      <dgm:prSet presAssocID="{4F54D59E-584D-4B3B-B0EB-F6AF0F724E3D}" presName="LevelTwoTextNode" presStyleLbl="node4" presStyleIdx="5" presStyleCnt="11" custLinFactNeighborY="-87544">
        <dgm:presLayoutVars>
          <dgm:chPref val="3"/>
        </dgm:presLayoutVars>
      </dgm:prSet>
      <dgm:spPr/>
    </dgm:pt>
    <dgm:pt modelId="{BED7C1BF-3C11-411F-8FDA-2A0F6A36C765}" type="pres">
      <dgm:prSet presAssocID="{4F54D59E-584D-4B3B-B0EB-F6AF0F724E3D}" presName="level3hierChild" presStyleCnt="0"/>
      <dgm:spPr/>
    </dgm:pt>
    <dgm:pt modelId="{55AB7A5B-D219-4D6D-ADDB-DBD95AFACE0D}" type="pres">
      <dgm:prSet presAssocID="{C85179F2-8DE7-40FA-938A-6442C6DC12F5}" presName="conn2-1" presStyleLbl="parChTrans1D4" presStyleIdx="6" presStyleCnt="11"/>
      <dgm:spPr>
        <a:xfrm>
          <a:off x="7910148" y="2424592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EA102407-5F09-47DA-898F-8F014240D752}" type="pres">
      <dgm:prSet presAssocID="{C85179F2-8DE7-40FA-938A-6442C6DC12F5}" presName="connTx" presStyleLbl="parChTrans1D4" presStyleIdx="6" presStyleCnt="11"/>
      <dgm:spPr/>
    </dgm:pt>
    <dgm:pt modelId="{053999AF-4E15-49B1-A042-1A51E89C7BA0}" type="pres">
      <dgm:prSet presAssocID="{C6108830-EF3B-4B07-924C-2A141B6FCF2C}" presName="root2" presStyleCnt="0"/>
      <dgm:spPr/>
    </dgm:pt>
    <dgm:pt modelId="{4FB79DC6-7CC5-4FC1-9A9B-F4C4BEB5101E}" type="pres">
      <dgm:prSet presAssocID="{C6108830-EF3B-4B07-924C-2A141B6FCF2C}" presName="LevelTwoTextNode" presStyleLbl="node4" presStyleIdx="6" presStyleCnt="11" custScaleX="135422" custScaleY="150969" custLinFactNeighborY="-87544">
        <dgm:presLayoutVars>
          <dgm:chPref val="3"/>
        </dgm:presLayoutVars>
      </dgm:prSet>
      <dgm:spPr/>
    </dgm:pt>
    <dgm:pt modelId="{672CF02A-4A51-4CDE-8D33-6CF41EEC8677}" type="pres">
      <dgm:prSet presAssocID="{C6108830-EF3B-4B07-924C-2A141B6FCF2C}" presName="level3hierChild" presStyleCnt="0"/>
      <dgm:spPr/>
    </dgm:pt>
    <dgm:pt modelId="{DAED7FF1-4863-4685-9E09-BBD852C9EF07}" type="pres">
      <dgm:prSet presAssocID="{ABFBBB6D-EB3D-48BC-828D-1A8860589E08}" presName="conn2-1" presStyleLbl="parChTrans1D4" presStyleIdx="7" presStyleCnt="11"/>
      <dgm:spPr>
        <a:xfrm>
          <a:off x="9464169" y="2424592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5E8BB215-5E2A-4522-BF2D-81E76332C512}" type="pres">
      <dgm:prSet presAssocID="{ABFBBB6D-EB3D-48BC-828D-1A8860589E08}" presName="connTx" presStyleLbl="parChTrans1D4" presStyleIdx="7" presStyleCnt="11"/>
      <dgm:spPr/>
    </dgm:pt>
    <dgm:pt modelId="{693DCB5D-0D99-41BC-A922-25352CAE89A8}" type="pres">
      <dgm:prSet presAssocID="{53F17C27-6EFB-4F56-9533-CD291346496B}" presName="root2" presStyleCnt="0"/>
      <dgm:spPr/>
    </dgm:pt>
    <dgm:pt modelId="{9813F150-9082-4B5D-A1F7-A3BDAAE7BEF9}" type="pres">
      <dgm:prSet presAssocID="{53F17C27-6EFB-4F56-9533-CD291346496B}" presName="LevelTwoTextNode" presStyleLbl="node4" presStyleIdx="7" presStyleCnt="11" custLinFactNeighborY="-87544">
        <dgm:presLayoutVars>
          <dgm:chPref val="3"/>
        </dgm:presLayoutVars>
      </dgm:prSet>
      <dgm:spPr/>
    </dgm:pt>
    <dgm:pt modelId="{32FACB1C-9D51-4959-B794-B6E693CCAD95}" type="pres">
      <dgm:prSet presAssocID="{53F17C27-6EFB-4F56-9533-CD291346496B}" presName="level3hierChild" presStyleCnt="0"/>
      <dgm:spPr/>
    </dgm:pt>
    <dgm:pt modelId="{F1ED91FE-5613-4E0D-BD36-40E9EED1D6E0}" type="pres">
      <dgm:prSet presAssocID="{B09284B8-959B-4A32-B9BB-60F3D49D8A62}" presName="conn2-1" presStyleLbl="parChTrans1D4" presStyleIdx="8" presStyleCnt="11"/>
      <dgm:spPr>
        <a:xfrm>
          <a:off x="10704396" y="2424592"/>
          <a:ext cx="230062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230062" y="6475"/>
              </a:lnTo>
            </a:path>
          </a:pathLst>
        </a:custGeom>
      </dgm:spPr>
    </dgm:pt>
    <dgm:pt modelId="{70E580B7-BF8E-4E45-9117-3F7CC1601AE2}" type="pres">
      <dgm:prSet presAssocID="{B09284B8-959B-4A32-B9BB-60F3D49D8A62}" presName="connTx" presStyleLbl="parChTrans1D4" presStyleIdx="8" presStyleCnt="11"/>
      <dgm:spPr/>
    </dgm:pt>
    <dgm:pt modelId="{C32C9207-AB22-4367-AD33-A4C81DC6004D}" type="pres">
      <dgm:prSet presAssocID="{2B04F1A0-E077-47D8-94BB-481C172AA601}" presName="root2" presStyleCnt="0"/>
      <dgm:spPr/>
    </dgm:pt>
    <dgm:pt modelId="{16297225-1BFB-4A87-AB2F-74CA1AFCCDF0}" type="pres">
      <dgm:prSet presAssocID="{2B04F1A0-E077-47D8-94BB-481C172AA601}" presName="LevelTwoTextNode" presStyleLbl="node4" presStyleIdx="8" presStyleCnt="11" custScaleX="118609" custScaleY="150065" custLinFactNeighborX="-14030" custLinFactNeighborY="-87544">
        <dgm:presLayoutVars>
          <dgm:chPref val="3"/>
        </dgm:presLayoutVars>
      </dgm:prSet>
      <dgm:spPr/>
    </dgm:pt>
    <dgm:pt modelId="{FEFBF050-2429-4845-B80F-FD595308A726}" type="pres">
      <dgm:prSet presAssocID="{2B04F1A0-E077-47D8-94BB-481C172AA601}" presName="level3hierChild" presStyleCnt="0"/>
      <dgm:spPr/>
    </dgm:pt>
    <dgm:pt modelId="{2F5C1D02-D829-4915-BEF4-C9A5D553102A}" type="pres">
      <dgm:prSet presAssocID="{518365FD-4301-411A-8F09-B2895F45B682}" presName="conn2-1" presStyleLbl="parChTrans1D4" presStyleIdx="9" presStyleCnt="11"/>
      <dgm:spPr>
        <a:xfrm rot="4178349">
          <a:off x="6337872" y="3600895"/>
          <a:ext cx="1018448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1018448" y="6475"/>
              </a:lnTo>
            </a:path>
          </a:pathLst>
        </a:custGeom>
      </dgm:spPr>
    </dgm:pt>
    <dgm:pt modelId="{CF3E7C1C-5EB8-4C45-B67E-422AE170B502}" type="pres">
      <dgm:prSet presAssocID="{518365FD-4301-411A-8F09-B2895F45B682}" presName="connTx" presStyleLbl="parChTrans1D4" presStyleIdx="9" presStyleCnt="11"/>
      <dgm:spPr/>
    </dgm:pt>
    <dgm:pt modelId="{6DF67293-05DE-4571-B0AD-021BD45617BA}" type="pres">
      <dgm:prSet presAssocID="{2641B459-4EF0-4A81-967F-793B7BB66802}" presName="root2" presStyleCnt="0"/>
      <dgm:spPr/>
    </dgm:pt>
    <dgm:pt modelId="{5F702A38-E744-4163-BFA1-D314CC66D678}" type="pres">
      <dgm:prSet presAssocID="{2641B459-4EF0-4A81-967F-793B7BB66802}" presName="LevelTwoTextNode" presStyleLbl="node4" presStyleIdx="9" presStyleCnt="11" custLinFactY="45322" custLinFactNeighborY="100000">
        <dgm:presLayoutVars>
          <dgm:chPref val="3"/>
        </dgm:presLayoutVars>
      </dgm:prSet>
      <dgm:spPr/>
    </dgm:pt>
    <dgm:pt modelId="{D819F0A1-94C8-4C1C-A02F-A2708C8E6CF9}" type="pres">
      <dgm:prSet presAssocID="{2641B459-4EF0-4A81-967F-793B7BB66802}" presName="level3hierChild" presStyleCnt="0"/>
      <dgm:spPr/>
    </dgm:pt>
    <dgm:pt modelId="{0AE8C29F-3830-4B2E-A50E-4D9F6975C331}" type="pres">
      <dgm:prSet presAssocID="{5F502F09-B9A3-473D-B53C-0017CB5B657D}" presName="conn2-1" presStyleLbl="parChTrans1D4" presStyleIdx="10" presStyleCnt="11"/>
      <dgm:spPr>
        <a:xfrm>
          <a:off x="7910148" y="4078303"/>
          <a:ext cx="354350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</dgm:spPr>
    </dgm:pt>
    <dgm:pt modelId="{E520C427-90E0-40D0-A04B-7F868D71F7FA}" type="pres">
      <dgm:prSet presAssocID="{5F502F09-B9A3-473D-B53C-0017CB5B657D}" presName="connTx" presStyleLbl="parChTrans1D4" presStyleIdx="10" presStyleCnt="11"/>
      <dgm:spPr/>
    </dgm:pt>
    <dgm:pt modelId="{118BB6FB-F5BD-4253-B7A9-AE42FEFCCCCA}" type="pres">
      <dgm:prSet presAssocID="{1BB95360-0909-4D97-B221-EE81AE909186}" presName="root2" presStyleCnt="0"/>
      <dgm:spPr/>
    </dgm:pt>
    <dgm:pt modelId="{2FAD9217-F3F0-40DF-BD91-A64DAB4E3C2A}" type="pres">
      <dgm:prSet presAssocID="{1BB95360-0909-4D97-B221-EE81AE909186}" presName="LevelTwoTextNode" presStyleLbl="node4" presStyleIdx="10" presStyleCnt="11" custLinFactY="45322" custLinFactNeighborY="100000">
        <dgm:presLayoutVars>
          <dgm:chPref val="3"/>
        </dgm:presLayoutVars>
      </dgm:prSet>
      <dgm:spPr>
        <a:xfrm>
          <a:off x="8607301" y="3749504"/>
          <a:ext cx="923413" cy="461706"/>
        </a:xfrm>
        <a:prstGeom prst="roundRect">
          <a:avLst>
            <a:gd name="adj" fmla="val 10000"/>
          </a:avLst>
        </a:prstGeom>
      </dgm:spPr>
    </dgm:pt>
    <dgm:pt modelId="{8A7D9543-E2A1-4C1D-BF43-2C907533404A}" type="pres">
      <dgm:prSet presAssocID="{1BB95360-0909-4D97-B221-EE81AE909186}" presName="level3hierChild" presStyleCnt="0"/>
      <dgm:spPr/>
    </dgm:pt>
    <dgm:pt modelId="{6F795F3A-036E-4586-9348-6A3685D31747}" type="pres">
      <dgm:prSet presAssocID="{828D809A-5FA2-4E03-815A-4ADCAD2D4492}" presName="conn2-1" presStyleLbl="parChTrans1D2" presStyleIdx="2" presStyleCnt="4"/>
      <dgm:spPr>
        <a:xfrm rot="3794970">
          <a:off x="529938" y="3989775"/>
          <a:ext cx="1824394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1824394" y="6475"/>
              </a:lnTo>
            </a:path>
          </a:pathLst>
        </a:custGeom>
      </dgm:spPr>
    </dgm:pt>
    <dgm:pt modelId="{A8A2C309-3612-46D8-A1AB-96B0026F2F88}" type="pres">
      <dgm:prSet presAssocID="{828D809A-5FA2-4E03-815A-4ADCAD2D4492}" presName="connTx" presStyleLbl="parChTrans1D2" presStyleIdx="2" presStyleCnt="4"/>
      <dgm:spPr/>
    </dgm:pt>
    <dgm:pt modelId="{7EF8147B-B594-47EC-B19C-2EA96B83053C}" type="pres">
      <dgm:prSet presAssocID="{BFB02F4A-6B99-4406-B7F9-F22EC032AC0E}" presName="root2" presStyleCnt="0"/>
      <dgm:spPr/>
    </dgm:pt>
    <dgm:pt modelId="{EAD2E9AD-7F18-450B-94AD-6271E8E59122}" type="pres">
      <dgm:prSet presAssocID="{BFB02F4A-6B99-4406-B7F9-F22EC032AC0E}" presName="LevelTwoTextNode" presStyleLbl="node2" presStyleIdx="2" presStyleCnt="4" custScaleX="117728" custLinFactY="100000" custLinFactNeighborX="59139" custLinFactNeighborY="113606">
        <dgm:presLayoutVars>
          <dgm:chPref val="3"/>
        </dgm:presLayoutVars>
      </dgm:prSet>
      <dgm:spPr/>
    </dgm:pt>
    <dgm:pt modelId="{BB351CA3-4945-4D61-B6EE-08C781C3F0E2}" type="pres">
      <dgm:prSet presAssocID="{BFB02F4A-6B99-4406-B7F9-F22EC032AC0E}" presName="level3hierChild" presStyleCnt="0"/>
      <dgm:spPr/>
    </dgm:pt>
    <dgm:pt modelId="{34E4E09E-2438-44AF-84F5-0B074046442A}" type="pres">
      <dgm:prSet presAssocID="{54E62EEC-4688-463A-9F4F-19E84A705DEC}" presName="conn2-1" presStyleLbl="parChTrans1D3" presStyleIdx="2" presStyleCnt="4"/>
      <dgm:spPr>
        <a:xfrm>
          <a:off x="2895646" y="4804344"/>
          <a:ext cx="667383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667383" y="6475"/>
              </a:lnTo>
            </a:path>
          </a:pathLst>
        </a:custGeom>
      </dgm:spPr>
    </dgm:pt>
    <dgm:pt modelId="{73CF9AA7-9321-4AEC-99F2-A62876D45EF8}" type="pres">
      <dgm:prSet presAssocID="{54E62EEC-4688-463A-9F4F-19E84A705DEC}" presName="connTx" presStyleLbl="parChTrans1D3" presStyleIdx="2" presStyleCnt="4"/>
      <dgm:spPr/>
    </dgm:pt>
    <dgm:pt modelId="{7CAC411F-E7F0-4881-AE61-6D5FA9D16DFA}" type="pres">
      <dgm:prSet presAssocID="{57CE8ABB-2A9D-4316-92C6-6AA446048F94}" presName="root2" presStyleCnt="0"/>
      <dgm:spPr/>
    </dgm:pt>
    <dgm:pt modelId="{5D9BCFD0-DE79-4AC4-96AF-FC1906FC628E}" type="pres">
      <dgm:prSet presAssocID="{57CE8ABB-2A9D-4316-92C6-6AA446048F94}" presName="LevelTwoTextNode" presStyleLbl="node3" presStyleIdx="2" presStyleCnt="4" custLinFactY="100000" custLinFactNeighborX="94475" custLinFactNeighborY="113606">
        <dgm:presLayoutVars>
          <dgm:chPref val="3"/>
        </dgm:presLayoutVars>
      </dgm:prSet>
      <dgm:spPr>
        <a:xfrm>
          <a:off x="3955911" y="4309758"/>
          <a:ext cx="985936" cy="492968"/>
        </a:xfrm>
        <a:prstGeom prst="roundRect">
          <a:avLst>
            <a:gd name="adj" fmla="val 10000"/>
          </a:avLst>
        </a:prstGeom>
      </dgm:spPr>
    </dgm:pt>
    <dgm:pt modelId="{696C1C1E-3612-4BFB-945E-6F3849FA036C}" type="pres">
      <dgm:prSet presAssocID="{57CE8ABB-2A9D-4316-92C6-6AA446048F94}" presName="level3hierChild" presStyleCnt="0"/>
      <dgm:spPr/>
    </dgm:pt>
    <dgm:pt modelId="{BE601119-F427-4238-B237-275C281D81BA}" type="pres">
      <dgm:prSet presAssocID="{222253C5-2680-4229-A34B-58971C00C620}" presName="conn2-1" presStyleLbl="parChTrans1D2" presStyleIdx="3" presStyleCnt="4"/>
      <dgm:spPr>
        <a:xfrm rot="4638976">
          <a:off x="20854" y="4438651"/>
          <a:ext cx="2590098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2590098" y="6475"/>
              </a:lnTo>
            </a:path>
          </a:pathLst>
        </a:custGeom>
      </dgm:spPr>
    </dgm:pt>
    <dgm:pt modelId="{9D67B342-8A80-44C4-A4AE-55884ED4C2E8}" type="pres">
      <dgm:prSet presAssocID="{222253C5-2680-4229-A34B-58971C00C620}" presName="connTx" presStyleLbl="parChTrans1D2" presStyleIdx="3" presStyleCnt="4"/>
      <dgm:spPr/>
    </dgm:pt>
    <dgm:pt modelId="{6D58E02E-C025-4B81-96CC-7D7D0AC5A93C}" type="pres">
      <dgm:prSet presAssocID="{2DED0B5B-665E-4702-A6FB-6ED82B4D2F17}" presName="root2" presStyleCnt="0"/>
      <dgm:spPr/>
    </dgm:pt>
    <dgm:pt modelId="{91D80FAA-CE98-4830-B96E-84549A5DABBF}" type="pres">
      <dgm:prSet presAssocID="{2DED0B5B-665E-4702-A6FB-6ED82B4D2F17}" presName="LevelTwoTextNode" presStyleLbl="node2" presStyleIdx="3" presStyleCnt="4" custLinFactY="100000" custLinFactNeighborX="30640" custLinFactNeighborY="197649">
        <dgm:presLayoutVars>
          <dgm:chPref val="3"/>
        </dgm:presLayoutVars>
      </dgm:prSet>
      <dgm:spPr/>
    </dgm:pt>
    <dgm:pt modelId="{DCA39A4A-3472-4E46-BCD9-CC5ABF7A4F2A}" type="pres">
      <dgm:prSet presAssocID="{2DED0B5B-665E-4702-A6FB-6ED82B4D2F17}" presName="level3hierChild" presStyleCnt="0"/>
      <dgm:spPr/>
    </dgm:pt>
    <dgm:pt modelId="{A0422C36-4A3B-4D0C-9DD4-0C77AF380F05}" type="pres">
      <dgm:prSet presAssocID="{7EB9BBD3-6C30-488F-93F7-DE5D2ADB7FB8}" presName="conn2-1" presStyleLbl="parChTrans1D3" presStyleIdx="3" presStyleCnt="4"/>
      <dgm:spPr>
        <a:xfrm>
          <a:off x="2486132" y="5702097"/>
          <a:ext cx="796686" cy="12951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796686" y="6475"/>
              </a:lnTo>
            </a:path>
          </a:pathLst>
        </a:custGeom>
      </dgm:spPr>
    </dgm:pt>
    <dgm:pt modelId="{B9B568E6-C262-456E-9BE4-1D3F4D36F169}" type="pres">
      <dgm:prSet presAssocID="{7EB9BBD3-6C30-488F-93F7-DE5D2ADB7FB8}" presName="connTx" presStyleLbl="parChTrans1D3" presStyleIdx="3" presStyleCnt="4"/>
      <dgm:spPr/>
    </dgm:pt>
    <dgm:pt modelId="{74291D58-B56E-47DB-A7C5-555AAF73D3F6}" type="pres">
      <dgm:prSet presAssocID="{2303C34F-376E-4E54-BE9F-EC4C6A2DB99D}" presName="root2" presStyleCnt="0"/>
      <dgm:spPr/>
    </dgm:pt>
    <dgm:pt modelId="{D4681E40-2452-40E1-A146-09212DB7ADD4}" type="pres">
      <dgm:prSet presAssocID="{2303C34F-376E-4E54-BE9F-EC4C6A2DB99D}" presName="LevelTwoTextNode" presStyleLbl="node3" presStyleIdx="3" presStyleCnt="4" custScaleX="156903" custScaleY="156437" custLinFactY="100000" custLinFactNeighborX="80572" custLinFactNeighborY="197649">
        <dgm:presLayoutVars>
          <dgm:chPref val="3"/>
        </dgm:presLayoutVars>
      </dgm:prSet>
      <dgm:spPr>
        <a:xfrm>
          <a:off x="3644049" y="5290977"/>
          <a:ext cx="985936" cy="492968"/>
        </a:xfrm>
        <a:prstGeom prst="roundRect">
          <a:avLst>
            <a:gd name="adj" fmla="val 10000"/>
          </a:avLst>
        </a:prstGeom>
      </dgm:spPr>
    </dgm:pt>
    <dgm:pt modelId="{4F88C496-BA96-41F5-9519-FA97A4B642D3}" type="pres">
      <dgm:prSet presAssocID="{2303C34F-376E-4E54-BE9F-EC4C6A2DB99D}" presName="level3hierChild" presStyleCnt="0"/>
      <dgm:spPr/>
    </dgm:pt>
  </dgm:ptLst>
  <dgm:cxnLst>
    <dgm:cxn modelId="{235A0302-7525-4394-A545-690F6114D5FE}" srcId="{5D42C2ED-1441-47D0-A301-AB212F4EDBF5}" destId="{4F54D59E-584D-4B3B-B0EB-F6AF0F724E3D}" srcOrd="0" destOrd="0" parTransId="{9B2DE923-AF6D-4140-A314-FFC31A385EB6}" sibTransId="{CFA459AB-3313-4ED3-8BD5-66D0C30E5854}"/>
    <dgm:cxn modelId="{AEA66705-E8B2-4A89-9921-99477059B1AB}" type="presOf" srcId="{5F502F09-B9A3-473D-B53C-0017CB5B657D}" destId="{E520C427-90E0-40D0-A04B-7F868D71F7FA}" srcOrd="1" destOrd="0" presId="urn:microsoft.com/office/officeart/2005/8/layout/hierarchy2"/>
    <dgm:cxn modelId="{43669005-FE45-440D-BA6D-5C675767E602}" srcId="{A2A426C6-F597-4A81-B491-5D930B8505BF}" destId="{74336AC5-0EDE-42B1-853D-6BDBBC1128F1}" srcOrd="0" destOrd="0" parTransId="{73496DA8-8B30-4C97-95CA-872BCF1028BF}" sibTransId="{3243D1A1-F025-430E-8927-3EC808A13E94}"/>
    <dgm:cxn modelId="{83A5B60B-9AAF-4410-9CBE-E56560674296}" type="presOf" srcId="{1BB95360-0909-4D97-B221-EE81AE909186}" destId="{2FAD9217-F3F0-40DF-BD91-A64DAB4E3C2A}" srcOrd="0" destOrd="0" presId="urn:microsoft.com/office/officeart/2005/8/layout/hierarchy2"/>
    <dgm:cxn modelId="{D028BF0C-3866-4302-8707-74914F1962C2}" srcId="{4F54D59E-584D-4B3B-B0EB-F6AF0F724E3D}" destId="{C6108830-EF3B-4B07-924C-2A141B6FCF2C}" srcOrd="0" destOrd="0" parTransId="{C85179F2-8DE7-40FA-938A-6442C6DC12F5}" sibTransId="{3766B8FB-8DB3-4991-8CB7-6F439AFF82F3}"/>
    <dgm:cxn modelId="{0CF8D713-96D1-406E-BDB8-FD0AD33F5F61}" type="presOf" srcId="{2303C34F-376E-4E54-BE9F-EC4C6A2DB99D}" destId="{D4681E40-2452-40E1-A146-09212DB7ADD4}" srcOrd="0" destOrd="0" presId="urn:microsoft.com/office/officeart/2005/8/layout/hierarchy2"/>
    <dgm:cxn modelId="{B33B1B19-B0D9-4E27-815C-28B6AFE454B4}" type="presOf" srcId="{98787B07-2E54-40BB-94CF-DC038CF70E67}" destId="{FA9E5796-0D36-4E21-983E-4D6A8AB81FE3}" srcOrd="1" destOrd="0" presId="urn:microsoft.com/office/officeart/2005/8/layout/hierarchy2"/>
    <dgm:cxn modelId="{31C3951D-C54E-49C4-9303-A8912885C84B}" type="presOf" srcId="{9E6C1763-4ABB-4CAA-92A4-E6260058B8C6}" destId="{D61223C3-951F-42B8-A4BE-5983C42F4C54}" srcOrd="0" destOrd="0" presId="urn:microsoft.com/office/officeart/2005/8/layout/hierarchy2"/>
    <dgm:cxn modelId="{F164622D-8E73-49A2-9654-CFC80CB0BD3D}" type="presOf" srcId="{C6108830-EF3B-4B07-924C-2A141B6FCF2C}" destId="{4FB79DC6-7CC5-4FC1-9A9B-F4C4BEB5101E}" srcOrd="0" destOrd="0" presId="urn:microsoft.com/office/officeart/2005/8/layout/hierarchy2"/>
    <dgm:cxn modelId="{803AAE2F-D4D6-44C9-8AD9-1038864C5B3C}" type="presOf" srcId="{ABFBBB6D-EB3D-48BC-828D-1A8860589E08}" destId="{5E8BB215-5E2A-4522-BF2D-81E76332C512}" srcOrd="1" destOrd="0" presId="urn:microsoft.com/office/officeart/2005/8/layout/hierarchy2"/>
    <dgm:cxn modelId="{6B753430-AB70-4D49-A431-F9F114E64DB8}" type="presOf" srcId="{C85179F2-8DE7-40FA-938A-6442C6DC12F5}" destId="{EA102407-5F09-47DA-898F-8F014240D752}" srcOrd="1" destOrd="0" presId="urn:microsoft.com/office/officeart/2005/8/layout/hierarchy2"/>
    <dgm:cxn modelId="{8BE92832-9747-4C8C-AFBF-5B950106310A}" type="presOf" srcId="{518365FD-4301-411A-8F09-B2895F45B682}" destId="{CF3E7C1C-5EB8-4C45-B67E-422AE170B502}" srcOrd="1" destOrd="0" presId="urn:microsoft.com/office/officeart/2005/8/layout/hierarchy2"/>
    <dgm:cxn modelId="{BE4D2737-E722-4C4E-921D-FF5C4467B8AC}" srcId="{1BF063F2-772A-43A9-93FD-2D012983156F}" destId="{76B02E67-2544-4357-84CF-69BD2A12A4F2}" srcOrd="0" destOrd="0" parTransId="{0F3F14CD-5391-4F13-9076-4FAB4CCB5653}" sibTransId="{863899F3-0964-4306-8796-9F7AF0368F18}"/>
    <dgm:cxn modelId="{D58D1B39-E226-4B21-8B15-EC6BDA439CEC}" type="presOf" srcId="{2DED0B5B-665E-4702-A6FB-6ED82B4D2F17}" destId="{91D80FAA-CE98-4830-B96E-84549A5DABBF}" srcOrd="0" destOrd="0" presId="urn:microsoft.com/office/officeart/2005/8/layout/hierarchy2"/>
    <dgm:cxn modelId="{90FA5E3D-54D8-4CD9-86B2-6DC0371D96B5}" srcId="{C6108830-EF3B-4B07-924C-2A141B6FCF2C}" destId="{53F17C27-6EFB-4F56-9533-CD291346496B}" srcOrd="0" destOrd="0" parTransId="{ABFBBB6D-EB3D-48BC-828D-1A8860589E08}" sibTransId="{973E9137-C549-4F07-893F-5719AAA20E3D}"/>
    <dgm:cxn modelId="{FE27A33D-528E-41E5-BB7E-67DD7EFF0FA4}" type="presOf" srcId="{1BF063F2-772A-43A9-93FD-2D012983156F}" destId="{342266FB-C290-4A6D-8352-8E56EC8D5C62}" srcOrd="0" destOrd="0" presId="urn:microsoft.com/office/officeart/2005/8/layout/hierarchy2"/>
    <dgm:cxn modelId="{05FD9E40-B2E6-40DF-93A0-697D934A5227}" type="presOf" srcId="{42861470-1682-42A1-A33F-01A7FC6B2EE8}" destId="{D8841913-64DE-4964-B121-421470ABDAC0}" srcOrd="0" destOrd="0" presId="urn:microsoft.com/office/officeart/2005/8/layout/hierarchy2"/>
    <dgm:cxn modelId="{EDCB2C42-0C32-49C4-A401-8EDB7AA542C9}" type="presOf" srcId="{4F54D59E-584D-4B3B-B0EB-F6AF0F724E3D}" destId="{D71C5BFF-04C3-45FE-BAF3-A4D71D28DA92}" srcOrd="0" destOrd="0" presId="urn:microsoft.com/office/officeart/2005/8/layout/hierarchy2"/>
    <dgm:cxn modelId="{20A0FC63-0DAA-436C-8960-EDB777E17AD1}" type="presOf" srcId="{2B04F1A0-E077-47D8-94BB-481C172AA601}" destId="{16297225-1BFB-4A87-AB2F-74CA1AFCCDF0}" srcOrd="0" destOrd="0" presId="urn:microsoft.com/office/officeart/2005/8/layout/hierarchy2"/>
    <dgm:cxn modelId="{59703046-A8E7-4DBC-9032-7AA430E17D97}" type="presOf" srcId="{C70289A4-8F34-439E-98C4-F613574770DF}" destId="{4DF18BD5-BC28-4A56-A847-4AF2149FD772}" srcOrd="0" destOrd="0" presId="urn:microsoft.com/office/officeart/2005/8/layout/hierarchy2"/>
    <dgm:cxn modelId="{6AFD6A47-4174-4D6A-8A83-85070C6F989E}" type="presOf" srcId="{1793F087-3222-4FDB-BC3F-CA65A3F64FFC}" destId="{425AB103-25EE-4445-9BB4-E8E53E8AFDFA}" srcOrd="0" destOrd="0" presId="urn:microsoft.com/office/officeart/2005/8/layout/hierarchy2"/>
    <dgm:cxn modelId="{8BA22E68-22B6-4085-87E2-F5937F1921DE}" srcId="{9E6C1763-4ABB-4CAA-92A4-E6260058B8C6}" destId="{2DED0B5B-665E-4702-A6FB-6ED82B4D2F17}" srcOrd="3" destOrd="0" parTransId="{222253C5-2680-4229-A34B-58971C00C620}" sibTransId="{84C946A7-FA0C-4A2A-869F-4E947D1EE86B}"/>
    <dgm:cxn modelId="{6714BC48-1AB3-4978-9C7D-F0FED8C11531}" type="presOf" srcId="{0F3F14CD-5391-4F13-9076-4FAB4CCB5653}" destId="{C5981F42-E09C-47FB-965E-D84AD981F95D}" srcOrd="0" destOrd="0" presId="urn:microsoft.com/office/officeart/2005/8/layout/hierarchy2"/>
    <dgm:cxn modelId="{772EC768-9A71-4C4A-9B58-6D445055C69E}" type="presOf" srcId="{B09284B8-959B-4A32-B9BB-60F3D49D8A62}" destId="{70E580B7-BF8E-4E45-9117-3F7CC1601AE2}" srcOrd="1" destOrd="0" presId="urn:microsoft.com/office/officeart/2005/8/layout/hierarchy2"/>
    <dgm:cxn modelId="{CDA1906E-83E1-4394-9B1A-7CC035A34FF4}" type="presOf" srcId="{57CE8ABB-2A9D-4316-92C6-6AA446048F94}" destId="{5D9BCFD0-DE79-4AC4-96AF-FC1906FC628E}" srcOrd="0" destOrd="0" presId="urn:microsoft.com/office/officeart/2005/8/layout/hierarchy2"/>
    <dgm:cxn modelId="{B3D4BB4E-803A-4D47-8314-D9478991C11F}" type="presOf" srcId="{54E62EEC-4688-463A-9F4F-19E84A705DEC}" destId="{73CF9AA7-9321-4AEC-99F2-A62876D45EF8}" srcOrd="1" destOrd="0" presId="urn:microsoft.com/office/officeart/2005/8/layout/hierarchy2"/>
    <dgm:cxn modelId="{5ADD7673-81C1-4F49-BFD2-E9063D601AD3}" srcId="{2DED0B5B-665E-4702-A6FB-6ED82B4D2F17}" destId="{2303C34F-376E-4E54-BE9F-EC4C6A2DB99D}" srcOrd="0" destOrd="0" parTransId="{7EB9BBD3-6C30-488F-93F7-DE5D2ADB7FB8}" sibTransId="{D4F17AF3-3959-407D-90A1-0B2BE872CB89}"/>
    <dgm:cxn modelId="{371D0155-C9D3-45E3-92FC-F9B3FD890461}" type="presOf" srcId="{EE5CEEA9-733C-4D04-A635-5B99F419DF60}" destId="{CFD3FEF3-5298-4A72-88C4-9010454346FE}" srcOrd="1" destOrd="0" presId="urn:microsoft.com/office/officeart/2005/8/layout/hierarchy2"/>
    <dgm:cxn modelId="{6BFC6A55-FC80-48DC-A0CA-808BBFDBBF27}" type="presOf" srcId="{9B2DE923-AF6D-4140-A314-FFC31A385EB6}" destId="{6B93EB06-C155-4669-9023-38A79917B546}" srcOrd="0" destOrd="0" presId="urn:microsoft.com/office/officeart/2005/8/layout/hierarchy2"/>
    <dgm:cxn modelId="{BEB37F75-DA15-4453-87DE-5BCA3B1B5489}" srcId="{EA470963-7510-4A48-ACE9-52DBDD91838E}" destId="{83B2F734-529E-4B45-AB2D-E73925393A35}" srcOrd="0" destOrd="0" parTransId="{42861470-1682-42A1-A33F-01A7FC6B2EE8}" sibTransId="{5DD0C7E0-62E1-4B5B-A1EC-B4B3EA0DEF8A}"/>
    <dgm:cxn modelId="{7208B657-C140-4A72-84C7-36B515FD8895}" type="presOf" srcId="{07AA53C2-CA3B-4800-BCBD-262147AFBE62}" destId="{15D9B1E5-B478-4CD8-9F4E-2128C1C23604}" srcOrd="1" destOrd="0" presId="urn:microsoft.com/office/officeart/2005/8/layout/hierarchy2"/>
    <dgm:cxn modelId="{9BDF6078-0A64-4CAF-8093-C1D2BB3C6973}" type="presOf" srcId="{9B2DE923-AF6D-4140-A314-FFC31A385EB6}" destId="{99EBC53F-970A-49A8-9F07-5C420E862ED0}" srcOrd="1" destOrd="0" presId="urn:microsoft.com/office/officeart/2005/8/layout/hierarchy2"/>
    <dgm:cxn modelId="{7A4BA879-D5F7-462E-BE57-287106C23BE0}" type="presOf" srcId="{ABFBBB6D-EB3D-48BC-828D-1A8860589E08}" destId="{DAED7FF1-4863-4685-9E09-BBD852C9EF07}" srcOrd="0" destOrd="0" presId="urn:microsoft.com/office/officeart/2005/8/layout/hierarchy2"/>
    <dgm:cxn modelId="{A29A9B5A-904E-43F5-84E0-214ADB42B51C}" type="presOf" srcId="{A56FC301-9976-428F-8A7C-560CAF8F1166}" destId="{AE0C7E57-EBDA-4C3E-B8A0-7D53898C5F00}" srcOrd="0" destOrd="0" presId="urn:microsoft.com/office/officeart/2005/8/layout/hierarchy2"/>
    <dgm:cxn modelId="{3497B87E-4AD7-4A9C-95BA-FF513FA92629}" type="presOf" srcId="{42861470-1682-42A1-A33F-01A7FC6B2EE8}" destId="{6ADB07EA-B090-4110-AB83-08D3D34EE7F9}" srcOrd="1" destOrd="0" presId="urn:microsoft.com/office/officeart/2005/8/layout/hierarchy2"/>
    <dgm:cxn modelId="{EE5B357F-8A40-4ABC-8EE5-1E00C817D628}" srcId="{2641B459-4EF0-4A81-967F-793B7BB66802}" destId="{1BB95360-0909-4D97-B221-EE81AE909186}" srcOrd="0" destOrd="0" parTransId="{5F502F09-B9A3-473D-B53C-0017CB5B657D}" sibTransId="{53AB6CA0-4B22-49C4-8F96-A8552B248B62}"/>
    <dgm:cxn modelId="{E4120C81-F4D2-44C9-AFB6-338030E7B533}" type="presOf" srcId="{54E62EEC-4688-463A-9F4F-19E84A705DEC}" destId="{34E4E09E-2438-44AF-84F5-0B074046442A}" srcOrd="0" destOrd="0" presId="urn:microsoft.com/office/officeart/2005/8/layout/hierarchy2"/>
    <dgm:cxn modelId="{7FB21B83-1E05-4C9C-9937-426B2A27EF7A}" type="presOf" srcId="{AF40FEAE-F0EA-4936-8446-367A48A538D9}" destId="{B1C18F73-973F-4ADF-ABAD-FE37C206D778}" srcOrd="1" destOrd="0" presId="urn:microsoft.com/office/officeart/2005/8/layout/hierarchy2"/>
    <dgm:cxn modelId="{F66C5B8A-C9EF-4618-9B6C-F59FDD341D2C}" type="presOf" srcId="{07AA53C2-CA3B-4800-BCBD-262147AFBE62}" destId="{ACE51FA8-9655-4CEB-AEB7-D4A517F7F796}" srcOrd="0" destOrd="0" presId="urn:microsoft.com/office/officeart/2005/8/layout/hierarchy2"/>
    <dgm:cxn modelId="{FA95488D-5248-4AFA-9F67-9B33DCA8440A}" type="presOf" srcId="{222253C5-2680-4229-A34B-58971C00C620}" destId="{BE601119-F427-4238-B237-275C281D81BA}" srcOrd="0" destOrd="0" presId="urn:microsoft.com/office/officeart/2005/8/layout/hierarchy2"/>
    <dgm:cxn modelId="{146AC28F-1F47-4796-95FC-7627A043940A}" type="presOf" srcId="{C70289A4-8F34-439E-98C4-F613574770DF}" destId="{744F70F7-295B-41F5-A762-D5D375D18D1F}" srcOrd="1" destOrd="0" presId="urn:microsoft.com/office/officeart/2005/8/layout/hierarchy2"/>
    <dgm:cxn modelId="{2926E98F-341D-4FB0-811C-FFDF83F9A7C2}" srcId="{9E6C1763-4ABB-4CAA-92A4-E6260058B8C6}" destId="{1793F087-3222-4FDB-BC3F-CA65A3F64FFC}" srcOrd="1" destOrd="0" parTransId="{07AA53C2-CA3B-4800-BCBD-262147AFBE62}" sibTransId="{3D5AC628-7C9D-436B-8D00-4D032F846503}"/>
    <dgm:cxn modelId="{A2A8D998-3855-4987-A49D-6448F481D9F9}" type="presOf" srcId="{73496DA8-8B30-4C97-95CA-872BCF1028BF}" destId="{B369BA63-DBDE-457D-B6B3-F81F2FE336A0}" srcOrd="1" destOrd="0" presId="urn:microsoft.com/office/officeart/2005/8/layout/hierarchy2"/>
    <dgm:cxn modelId="{E7645E99-75BD-427A-841C-6DE3E22D791E}" srcId="{9E6C1763-4ABB-4CAA-92A4-E6260058B8C6}" destId="{BFB02F4A-6B99-4406-B7F9-F22EC032AC0E}" srcOrd="2" destOrd="0" parTransId="{828D809A-5FA2-4E03-815A-4ADCAD2D4492}" sibTransId="{893411C6-D425-4184-8A81-29A3CD830F49}"/>
    <dgm:cxn modelId="{F262849A-C409-4C3B-8B69-D26278CC726C}" type="presOf" srcId="{828D809A-5FA2-4E03-815A-4ADCAD2D4492}" destId="{A8A2C309-3612-46D8-A1AB-96B0026F2F88}" srcOrd="1" destOrd="0" presId="urn:microsoft.com/office/officeart/2005/8/layout/hierarchy2"/>
    <dgm:cxn modelId="{E208489C-C312-4A84-A27B-43FC6BF1CBF7}" type="presOf" srcId="{8CECE375-2694-4C40-9440-F017F8AC18A9}" destId="{7ADA9E30-0AC3-499E-BAA6-B222E812BB0D}" srcOrd="0" destOrd="0" presId="urn:microsoft.com/office/officeart/2005/8/layout/hierarchy2"/>
    <dgm:cxn modelId="{5F65DE9D-FAE8-4C7E-B174-846F6E15F6FA}" type="presOf" srcId="{C85179F2-8DE7-40FA-938A-6442C6DC12F5}" destId="{55AB7A5B-D219-4D6D-ADDB-DBD95AFACE0D}" srcOrd="0" destOrd="0" presId="urn:microsoft.com/office/officeart/2005/8/layout/hierarchy2"/>
    <dgm:cxn modelId="{083AD6A1-3B29-4D9D-A597-BA13762E4284}" srcId="{A56FC301-9976-428F-8A7C-560CAF8F1166}" destId="{9E6C1763-4ABB-4CAA-92A4-E6260058B8C6}" srcOrd="0" destOrd="0" parTransId="{EF46C531-CFAC-4A55-9E86-B27B9836B132}" sibTransId="{D0A286ED-8C92-4D7E-9786-1E3423F63C06}"/>
    <dgm:cxn modelId="{8D921DA8-C177-42AA-BA39-C6B462594543}" type="presOf" srcId="{0F3F14CD-5391-4F13-9076-4FAB4CCB5653}" destId="{7D55D490-FDD2-484E-BFD8-9D035A4D95A7}" srcOrd="1" destOrd="0" presId="urn:microsoft.com/office/officeart/2005/8/layout/hierarchy2"/>
    <dgm:cxn modelId="{AB2C83A9-531B-4854-9D4B-1B710E83E98F}" type="presOf" srcId="{5D42C2ED-1441-47D0-A301-AB212F4EDBF5}" destId="{7B9CF523-F19B-433B-A9B9-F511CA46F502}" srcOrd="0" destOrd="0" presId="urn:microsoft.com/office/officeart/2005/8/layout/hierarchy2"/>
    <dgm:cxn modelId="{748AC0AC-EE29-4A8D-92C1-0F59DFA3569D}" type="presOf" srcId="{B09284B8-959B-4A32-B9BB-60F3D49D8A62}" destId="{F1ED91FE-5613-4E0D-BD36-40E9EED1D6E0}" srcOrd="0" destOrd="0" presId="urn:microsoft.com/office/officeart/2005/8/layout/hierarchy2"/>
    <dgm:cxn modelId="{338007AE-008E-4D87-8676-A8B21F599AED}" srcId="{76B02E67-2544-4357-84CF-69BD2A12A4F2}" destId="{EA470963-7510-4A48-ACE9-52DBDD91838E}" srcOrd="0" destOrd="0" parTransId="{C70289A4-8F34-439E-98C4-F613574770DF}" sibTransId="{983C7369-F637-4F85-97DA-2D82070AA948}"/>
    <dgm:cxn modelId="{1E8542B2-681C-48AD-97DD-187A0F9930F1}" type="presOf" srcId="{7EB9BBD3-6C30-488F-93F7-DE5D2ADB7FB8}" destId="{A0422C36-4A3B-4D0C-9DD4-0C77AF380F05}" srcOrd="0" destOrd="0" presId="urn:microsoft.com/office/officeart/2005/8/layout/hierarchy2"/>
    <dgm:cxn modelId="{7C648FB3-C203-49F2-AE47-86673A2D0927}" type="presOf" srcId="{EA470963-7510-4A48-ACE9-52DBDD91838E}" destId="{C4994642-46E4-4AEA-9F97-C70BA2EFC508}" srcOrd="0" destOrd="0" presId="urn:microsoft.com/office/officeart/2005/8/layout/hierarchy2"/>
    <dgm:cxn modelId="{DEA91AB4-73AC-4CC3-90B3-AEFE8612949B}" type="presOf" srcId="{83B2F734-529E-4B45-AB2D-E73925393A35}" destId="{F7DA333D-947F-474D-BE63-01CB7021E331}" srcOrd="0" destOrd="0" presId="urn:microsoft.com/office/officeart/2005/8/layout/hierarchy2"/>
    <dgm:cxn modelId="{D810A0B4-BE6E-467D-B9ED-3004817180E4}" type="presOf" srcId="{828D809A-5FA2-4E03-815A-4ADCAD2D4492}" destId="{6F795F3A-036E-4586-9348-6A3685D31747}" srcOrd="0" destOrd="0" presId="urn:microsoft.com/office/officeart/2005/8/layout/hierarchy2"/>
    <dgm:cxn modelId="{E06A23BF-B255-4F3C-8B09-9EE7EAB78FE6}" type="presOf" srcId="{74336AC5-0EDE-42B1-853D-6BDBBC1128F1}" destId="{9580C0B0-055D-463F-83B6-CECBB95B1963}" srcOrd="0" destOrd="0" presId="urn:microsoft.com/office/officeart/2005/8/layout/hierarchy2"/>
    <dgm:cxn modelId="{59F872CB-D4A9-4482-9628-FFD7A5F0BD04}" type="presOf" srcId="{EE5CEEA9-733C-4D04-A635-5B99F419DF60}" destId="{D9D17139-CD3F-46D2-A3B8-904A6D1F3106}" srcOrd="0" destOrd="0" presId="urn:microsoft.com/office/officeart/2005/8/layout/hierarchy2"/>
    <dgm:cxn modelId="{15788FCC-4AA6-4FCE-851D-5F361DD033F6}" srcId="{9E6C1763-4ABB-4CAA-92A4-E6260058B8C6}" destId="{1BF063F2-772A-43A9-93FD-2D012983156F}" srcOrd="0" destOrd="0" parTransId="{EE5CEEA9-733C-4D04-A635-5B99F419DF60}" sibTransId="{2A1A8473-3D2D-4C75-B6CC-647D33FD074F}"/>
    <dgm:cxn modelId="{DA2B5ECD-2AB4-4FF9-9A90-A93B3D709212}" srcId="{53F17C27-6EFB-4F56-9533-CD291346496B}" destId="{2B04F1A0-E077-47D8-94BB-481C172AA601}" srcOrd="0" destOrd="0" parTransId="{B09284B8-959B-4A32-B9BB-60F3D49D8A62}" sibTransId="{7F430562-8728-4436-812F-A31A679133BB}"/>
    <dgm:cxn modelId="{9825C0CD-C4FE-4133-A896-C550E1CCC3D0}" srcId="{83B2F734-529E-4B45-AB2D-E73925393A35}" destId="{36CD5896-3B7C-48E0-B5CF-7EF24A18AC7B}" srcOrd="0" destOrd="0" parTransId="{AF40FEAE-F0EA-4936-8446-367A48A538D9}" sibTransId="{9ED756FF-BB5F-4051-B8C3-C0BFD696BF4C}"/>
    <dgm:cxn modelId="{2FF45ACE-EC39-4EFB-867F-173C5A070C8F}" type="presOf" srcId="{A2A426C6-F597-4A81-B491-5D930B8505BF}" destId="{6809DCF5-4DC4-4336-ADC5-C4FE37C48FEC}" srcOrd="0" destOrd="0" presId="urn:microsoft.com/office/officeart/2005/8/layout/hierarchy2"/>
    <dgm:cxn modelId="{52CA5DCF-CA5C-4284-B5FE-333F0B07FB33}" type="presOf" srcId="{8CECE375-2694-4C40-9440-F017F8AC18A9}" destId="{68868CE6-8785-4AB0-951A-08E08B11A74A}" srcOrd="1" destOrd="0" presId="urn:microsoft.com/office/officeart/2005/8/layout/hierarchy2"/>
    <dgm:cxn modelId="{09C3EBD0-9BEB-4FAA-8E33-F14324B9464F}" type="presOf" srcId="{BFB02F4A-6B99-4406-B7F9-F22EC032AC0E}" destId="{EAD2E9AD-7F18-450B-94AD-6271E8E59122}" srcOrd="0" destOrd="0" presId="urn:microsoft.com/office/officeart/2005/8/layout/hierarchy2"/>
    <dgm:cxn modelId="{3338FBD2-6B96-4A1F-A05D-AC4D5582B5F5}" srcId="{74336AC5-0EDE-42B1-853D-6BDBBC1128F1}" destId="{5D42C2ED-1441-47D0-A301-AB212F4EDBF5}" srcOrd="0" destOrd="0" parTransId="{98787B07-2E54-40BB-94CF-DC038CF70E67}" sibTransId="{09A48885-4220-4A72-8740-F073EA13F2BF}"/>
    <dgm:cxn modelId="{B50835D7-D444-4C29-B6E8-BE37938A56D1}" srcId="{5D42C2ED-1441-47D0-A301-AB212F4EDBF5}" destId="{2641B459-4EF0-4A81-967F-793B7BB66802}" srcOrd="1" destOrd="0" parTransId="{518365FD-4301-411A-8F09-B2895F45B682}" sibTransId="{5A6C093B-9080-4797-98AC-8DE7F99E044C}"/>
    <dgm:cxn modelId="{B10845D9-6930-4890-A59B-33FEFF76F0C3}" type="presOf" srcId="{76B02E67-2544-4357-84CF-69BD2A12A4F2}" destId="{5B91395E-5272-48F4-8AB5-6C45280DED89}" srcOrd="0" destOrd="0" presId="urn:microsoft.com/office/officeart/2005/8/layout/hierarchy2"/>
    <dgm:cxn modelId="{BF735FE0-314D-4603-BDD8-B0A4EFF0E606}" type="presOf" srcId="{AF40FEAE-F0EA-4936-8446-367A48A538D9}" destId="{043068CD-BB77-42D4-B4CF-B8F7882BBE2F}" srcOrd="0" destOrd="0" presId="urn:microsoft.com/office/officeart/2005/8/layout/hierarchy2"/>
    <dgm:cxn modelId="{F224C8E4-1422-4153-A50C-29029257ABA0}" type="presOf" srcId="{7EB9BBD3-6C30-488F-93F7-DE5D2ADB7FB8}" destId="{B9B568E6-C262-456E-9BE4-1D3F4D36F169}" srcOrd="1" destOrd="0" presId="urn:microsoft.com/office/officeart/2005/8/layout/hierarchy2"/>
    <dgm:cxn modelId="{9B2962E5-9AB8-4955-A861-28D2CB03C5E9}" type="presOf" srcId="{53F17C27-6EFB-4F56-9533-CD291346496B}" destId="{9813F150-9082-4B5D-A1F7-A3BDAAE7BEF9}" srcOrd="0" destOrd="0" presId="urn:microsoft.com/office/officeart/2005/8/layout/hierarchy2"/>
    <dgm:cxn modelId="{9D0E62E6-EE62-4E52-A786-43A44F3933E7}" srcId="{1793F087-3222-4FDB-BC3F-CA65A3F64FFC}" destId="{A2A426C6-F597-4A81-B491-5D930B8505BF}" srcOrd="0" destOrd="0" parTransId="{8CECE375-2694-4C40-9440-F017F8AC18A9}" sibTransId="{A5052C1A-927F-4184-A66C-92516AD0F3B6}"/>
    <dgm:cxn modelId="{5D2299E6-5917-448A-B532-D244A2AF90A6}" type="presOf" srcId="{36CD5896-3B7C-48E0-B5CF-7EF24A18AC7B}" destId="{EED0BD41-7140-4394-8F76-9026F9403AAE}" srcOrd="0" destOrd="0" presId="urn:microsoft.com/office/officeart/2005/8/layout/hierarchy2"/>
    <dgm:cxn modelId="{B3A300E7-52EB-4549-BC39-061822F0F97A}" type="presOf" srcId="{73496DA8-8B30-4C97-95CA-872BCF1028BF}" destId="{9E58EE3E-210D-40E3-80DE-76E8D29E10C9}" srcOrd="0" destOrd="0" presId="urn:microsoft.com/office/officeart/2005/8/layout/hierarchy2"/>
    <dgm:cxn modelId="{2FDE69E8-8210-46B7-BD7C-9D5040A6E130}" type="presOf" srcId="{2641B459-4EF0-4A81-967F-793B7BB66802}" destId="{5F702A38-E744-4163-BFA1-D314CC66D678}" srcOrd="0" destOrd="0" presId="urn:microsoft.com/office/officeart/2005/8/layout/hierarchy2"/>
    <dgm:cxn modelId="{9292F7EF-5124-44D2-9F42-E642784A0A4D}" type="presOf" srcId="{5F502F09-B9A3-473D-B53C-0017CB5B657D}" destId="{0AE8C29F-3830-4B2E-A50E-4D9F6975C331}" srcOrd="0" destOrd="0" presId="urn:microsoft.com/office/officeart/2005/8/layout/hierarchy2"/>
    <dgm:cxn modelId="{FC937FF1-636B-47AE-A0EB-7A9072436541}" type="presOf" srcId="{518365FD-4301-411A-8F09-B2895F45B682}" destId="{2F5C1D02-D829-4915-BEF4-C9A5D553102A}" srcOrd="0" destOrd="0" presId="urn:microsoft.com/office/officeart/2005/8/layout/hierarchy2"/>
    <dgm:cxn modelId="{14CD58F9-8FD1-4580-9F7E-99EB16DC97FC}" srcId="{BFB02F4A-6B99-4406-B7F9-F22EC032AC0E}" destId="{57CE8ABB-2A9D-4316-92C6-6AA446048F94}" srcOrd="0" destOrd="0" parTransId="{54E62EEC-4688-463A-9F4F-19E84A705DEC}" sibTransId="{FC15F0EB-9882-412E-BCE4-FCA1DF79C12C}"/>
    <dgm:cxn modelId="{283290FA-8901-4035-87DB-ABA22DBB2F90}" type="presOf" srcId="{98787B07-2E54-40BB-94CF-DC038CF70E67}" destId="{4A15BC90-B517-46C6-A69B-06DBC07E4A2B}" srcOrd="0" destOrd="0" presId="urn:microsoft.com/office/officeart/2005/8/layout/hierarchy2"/>
    <dgm:cxn modelId="{F1ECA5FE-AA10-4A3F-AFD8-0E8AAE78DC03}" type="presOf" srcId="{222253C5-2680-4229-A34B-58971C00C620}" destId="{9D67B342-8A80-44C4-A4AE-55884ED4C2E8}" srcOrd="1" destOrd="0" presId="urn:microsoft.com/office/officeart/2005/8/layout/hierarchy2"/>
    <dgm:cxn modelId="{17883B8C-290B-4DDF-86E9-6B067DCAE4FD}" type="presParOf" srcId="{AE0C7E57-EBDA-4C3E-B8A0-7D53898C5F00}" destId="{11B0A8E1-FE8A-4942-8E5C-007BE437E5B2}" srcOrd="0" destOrd="0" presId="urn:microsoft.com/office/officeart/2005/8/layout/hierarchy2"/>
    <dgm:cxn modelId="{FFD91A8A-8D90-425D-8E8A-084489919F0E}" type="presParOf" srcId="{11B0A8E1-FE8A-4942-8E5C-007BE437E5B2}" destId="{D61223C3-951F-42B8-A4BE-5983C42F4C54}" srcOrd="0" destOrd="0" presId="urn:microsoft.com/office/officeart/2005/8/layout/hierarchy2"/>
    <dgm:cxn modelId="{0F5629A9-78FE-47FC-9C71-474104B66B39}" type="presParOf" srcId="{11B0A8E1-FE8A-4942-8E5C-007BE437E5B2}" destId="{BB4AC518-8A3B-406E-9E42-74F9845FA208}" srcOrd="1" destOrd="0" presId="urn:microsoft.com/office/officeart/2005/8/layout/hierarchy2"/>
    <dgm:cxn modelId="{F019EDF4-B970-46E2-8612-15389AECB958}" type="presParOf" srcId="{BB4AC518-8A3B-406E-9E42-74F9845FA208}" destId="{D9D17139-CD3F-46D2-A3B8-904A6D1F3106}" srcOrd="0" destOrd="0" presId="urn:microsoft.com/office/officeart/2005/8/layout/hierarchy2"/>
    <dgm:cxn modelId="{E0932300-45F5-4816-A956-138AB548CD8E}" type="presParOf" srcId="{D9D17139-CD3F-46D2-A3B8-904A6D1F3106}" destId="{CFD3FEF3-5298-4A72-88C4-9010454346FE}" srcOrd="0" destOrd="0" presId="urn:microsoft.com/office/officeart/2005/8/layout/hierarchy2"/>
    <dgm:cxn modelId="{5E76AFDA-EFA7-481D-B223-563E007B2F29}" type="presParOf" srcId="{BB4AC518-8A3B-406E-9E42-74F9845FA208}" destId="{1073AEAB-0B59-4601-878B-BEDDE26EEBB1}" srcOrd="1" destOrd="0" presId="urn:microsoft.com/office/officeart/2005/8/layout/hierarchy2"/>
    <dgm:cxn modelId="{32242214-9BC9-488D-8639-2D066F848A8A}" type="presParOf" srcId="{1073AEAB-0B59-4601-878B-BEDDE26EEBB1}" destId="{342266FB-C290-4A6D-8352-8E56EC8D5C62}" srcOrd="0" destOrd="0" presId="urn:microsoft.com/office/officeart/2005/8/layout/hierarchy2"/>
    <dgm:cxn modelId="{6A5370E6-81AD-4BC9-8203-48FB074379A7}" type="presParOf" srcId="{1073AEAB-0B59-4601-878B-BEDDE26EEBB1}" destId="{E5F817DD-9421-40B3-A408-9C4E98A16B88}" srcOrd="1" destOrd="0" presId="urn:microsoft.com/office/officeart/2005/8/layout/hierarchy2"/>
    <dgm:cxn modelId="{4848119D-093D-42F2-8403-1F190F1AC6F2}" type="presParOf" srcId="{E5F817DD-9421-40B3-A408-9C4E98A16B88}" destId="{C5981F42-E09C-47FB-965E-D84AD981F95D}" srcOrd="0" destOrd="0" presId="urn:microsoft.com/office/officeart/2005/8/layout/hierarchy2"/>
    <dgm:cxn modelId="{697C6D20-16E1-4B14-ADA2-3FD1ADCC8758}" type="presParOf" srcId="{C5981F42-E09C-47FB-965E-D84AD981F95D}" destId="{7D55D490-FDD2-484E-BFD8-9D035A4D95A7}" srcOrd="0" destOrd="0" presId="urn:microsoft.com/office/officeart/2005/8/layout/hierarchy2"/>
    <dgm:cxn modelId="{9517B06A-45CF-4A2F-BC74-433ED06FD0D1}" type="presParOf" srcId="{E5F817DD-9421-40B3-A408-9C4E98A16B88}" destId="{1F77B19D-3877-4AFA-A787-6489038ECF0A}" srcOrd="1" destOrd="0" presId="urn:microsoft.com/office/officeart/2005/8/layout/hierarchy2"/>
    <dgm:cxn modelId="{10C99D56-F360-46B5-A5A1-EF1817AD5342}" type="presParOf" srcId="{1F77B19D-3877-4AFA-A787-6489038ECF0A}" destId="{5B91395E-5272-48F4-8AB5-6C45280DED89}" srcOrd="0" destOrd="0" presId="urn:microsoft.com/office/officeart/2005/8/layout/hierarchy2"/>
    <dgm:cxn modelId="{1D76C72D-A674-421A-9FDB-942B766B2F5A}" type="presParOf" srcId="{1F77B19D-3877-4AFA-A787-6489038ECF0A}" destId="{4E8973D6-4752-4958-ABBD-8A89A1136C70}" srcOrd="1" destOrd="0" presId="urn:microsoft.com/office/officeart/2005/8/layout/hierarchy2"/>
    <dgm:cxn modelId="{A88D8038-BB25-4062-9555-5A4AF1853F04}" type="presParOf" srcId="{4E8973D6-4752-4958-ABBD-8A89A1136C70}" destId="{4DF18BD5-BC28-4A56-A847-4AF2149FD772}" srcOrd="0" destOrd="0" presId="urn:microsoft.com/office/officeart/2005/8/layout/hierarchy2"/>
    <dgm:cxn modelId="{C65FEF03-6B71-468D-B97B-4765A209F2C8}" type="presParOf" srcId="{4DF18BD5-BC28-4A56-A847-4AF2149FD772}" destId="{744F70F7-295B-41F5-A762-D5D375D18D1F}" srcOrd="0" destOrd="0" presId="urn:microsoft.com/office/officeart/2005/8/layout/hierarchy2"/>
    <dgm:cxn modelId="{42E66733-181C-4B9B-9769-2D28CD793AB3}" type="presParOf" srcId="{4E8973D6-4752-4958-ABBD-8A89A1136C70}" destId="{88E3403D-97C4-4753-9BEE-5740F6C982FF}" srcOrd="1" destOrd="0" presId="urn:microsoft.com/office/officeart/2005/8/layout/hierarchy2"/>
    <dgm:cxn modelId="{47FF39BF-2926-4D3C-9A48-BCD4750A3033}" type="presParOf" srcId="{88E3403D-97C4-4753-9BEE-5740F6C982FF}" destId="{C4994642-46E4-4AEA-9F97-C70BA2EFC508}" srcOrd="0" destOrd="0" presId="urn:microsoft.com/office/officeart/2005/8/layout/hierarchy2"/>
    <dgm:cxn modelId="{566660B5-4E47-4E15-8532-33BBB156A9EE}" type="presParOf" srcId="{88E3403D-97C4-4753-9BEE-5740F6C982FF}" destId="{FE5DD59E-4714-4471-A5E7-70C25909D6C7}" srcOrd="1" destOrd="0" presId="urn:microsoft.com/office/officeart/2005/8/layout/hierarchy2"/>
    <dgm:cxn modelId="{20B72F05-42D6-40B4-ACDA-BDAD9552F1B7}" type="presParOf" srcId="{FE5DD59E-4714-4471-A5E7-70C25909D6C7}" destId="{D8841913-64DE-4964-B121-421470ABDAC0}" srcOrd="0" destOrd="0" presId="urn:microsoft.com/office/officeart/2005/8/layout/hierarchy2"/>
    <dgm:cxn modelId="{D4240E73-7C91-44C4-8BD0-5931270B406E}" type="presParOf" srcId="{D8841913-64DE-4964-B121-421470ABDAC0}" destId="{6ADB07EA-B090-4110-AB83-08D3D34EE7F9}" srcOrd="0" destOrd="0" presId="urn:microsoft.com/office/officeart/2005/8/layout/hierarchy2"/>
    <dgm:cxn modelId="{A600FA33-B305-43CD-8F2F-322E5D4FD1E9}" type="presParOf" srcId="{FE5DD59E-4714-4471-A5E7-70C25909D6C7}" destId="{15DCDE09-14DC-455A-8D0E-64714E9B0DE6}" srcOrd="1" destOrd="0" presId="urn:microsoft.com/office/officeart/2005/8/layout/hierarchy2"/>
    <dgm:cxn modelId="{F813D151-D509-408E-9A7A-E77D47A69346}" type="presParOf" srcId="{15DCDE09-14DC-455A-8D0E-64714E9B0DE6}" destId="{F7DA333D-947F-474D-BE63-01CB7021E331}" srcOrd="0" destOrd="0" presId="urn:microsoft.com/office/officeart/2005/8/layout/hierarchy2"/>
    <dgm:cxn modelId="{74CCBC6F-669E-4C50-8C41-32B4BD7CA4FD}" type="presParOf" srcId="{15DCDE09-14DC-455A-8D0E-64714E9B0DE6}" destId="{9A52E3DC-56E2-4B6D-A500-97E12EBC1262}" srcOrd="1" destOrd="0" presId="urn:microsoft.com/office/officeart/2005/8/layout/hierarchy2"/>
    <dgm:cxn modelId="{1BEE7A48-41DA-44E2-97C7-6074CA7B1535}" type="presParOf" srcId="{9A52E3DC-56E2-4B6D-A500-97E12EBC1262}" destId="{043068CD-BB77-42D4-B4CF-B8F7882BBE2F}" srcOrd="0" destOrd="0" presId="urn:microsoft.com/office/officeart/2005/8/layout/hierarchy2"/>
    <dgm:cxn modelId="{BEB5E10B-F23E-4BF2-B34F-A7B388954F24}" type="presParOf" srcId="{043068CD-BB77-42D4-B4CF-B8F7882BBE2F}" destId="{B1C18F73-973F-4ADF-ABAD-FE37C206D778}" srcOrd="0" destOrd="0" presId="urn:microsoft.com/office/officeart/2005/8/layout/hierarchy2"/>
    <dgm:cxn modelId="{4DBD19B0-E87E-4C79-B631-A260E6686954}" type="presParOf" srcId="{9A52E3DC-56E2-4B6D-A500-97E12EBC1262}" destId="{05809BE0-092C-4CE3-A9E6-391A74C4EA0B}" srcOrd="1" destOrd="0" presId="urn:microsoft.com/office/officeart/2005/8/layout/hierarchy2"/>
    <dgm:cxn modelId="{D582C5F9-3A7F-429B-9686-C0D6513B7320}" type="presParOf" srcId="{05809BE0-092C-4CE3-A9E6-391A74C4EA0B}" destId="{EED0BD41-7140-4394-8F76-9026F9403AAE}" srcOrd="0" destOrd="0" presId="urn:microsoft.com/office/officeart/2005/8/layout/hierarchy2"/>
    <dgm:cxn modelId="{0B3FC98C-6844-4FDB-98F9-ACCB3F68D452}" type="presParOf" srcId="{05809BE0-092C-4CE3-A9E6-391A74C4EA0B}" destId="{DAADF3CF-A275-44F3-8DBB-1D8B900B9BEE}" srcOrd="1" destOrd="0" presId="urn:microsoft.com/office/officeart/2005/8/layout/hierarchy2"/>
    <dgm:cxn modelId="{F7419F50-54D8-4564-943F-0678CCF20BB6}" type="presParOf" srcId="{BB4AC518-8A3B-406E-9E42-74F9845FA208}" destId="{ACE51FA8-9655-4CEB-AEB7-D4A517F7F796}" srcOrd="2" destOrd="0" presId="urn:microsoft.com/office/officeart/2005/8/layout/hierarchy2"/>
    <dgm:cxn modelId="{6665A203-10C1-47E4-9C71-C9781186CC8D}" type="presParOf" srcId="{ACE51FA8-9655-4CEB-AEB7-D4A517F7F796}" destId="{15D9B1E5-B478-4CD8-9F4E-2128C1C23604}" srcOrd="0" destOrd="0" presId="urn:microsoft.com/office/officeart/2005/8/layout/hierarchy2"/>
    <dgm:cxn modelId="{BBF74329-6ACD-4B3B-BFF8-957AD1817569}" type="presParOf" srcId="{BB4AC518-8A3B-406E-9E42-74F9845FA208}" destId="{36E5788E-6A0A-4D3B-9A60-660F7E0A699A}" srcOrd="3" destOrd="0" presId="urn:microsoft.com/office/officeart/2005/8/layout/hierarchy2"/>
    <dgm:cxn modelId="{EF6C5CFD-E192-4784-B9F5-B3C108CB7505}" type="presParOf" srcId="{36E5788E-6A0A-4D3B-9A60-660F7E0A699A}" destId="{425AB103-25EE-4445-9BB4-E8E53E8AFDFA}" srcOrd="0" destOrd="0" presId="urn:microsoft.com/office/officeart/2005/8/layout/hierarchy2"/>
    <dgm:cxn modelId="{90FCDDC7-4BA2-4B33-A3F8-02DBB19A6743}" type="presParOf" srcId="{36E5788E-6A0A-4D3B-9A60-660F7E0A699A}" destId="{7729EA0B-8FB2-4DE6-ADD3-33C634D4E57B}" srcOrd="1" destOrd="0" presId="urn:microsoft.com/office/officeart/2005/8/layout/hierarchy2"/>
    <dgm:cxn modelId="{506435CE-7638-47E3-A231-92909959F3A5}" type="presParOf" srcId="{7729EA0B-8FB2-4DE6-ADD3-33C634D4E57B}" destId="{7ADA9E30-0AC3-499E-BAA6-B222E812BB0D}" srcOrd="0" destOrd="0" presId="urn:microsoft.com/office/officeart/2005/8/layout/hierarchy2"/>
    <dgm:cxn modelId="{9C13136C-8A23-4AC5-A524-1762B1A39078}" type="presParOf" srcId="{7ADA9E30-0AC3-499E-BAA6-B222E812BB0D}" destId="{68868CE6-8785-4AB0-951A-08E08B11A74A}" srcOrd="0" destOrd="0" presId="urn:microsoft.com/office/officeart/2005/8/layout/hierarchy2"/>
    <dgm:cxn modelId="{7F2F9731-FCC3-4B3E-A0CE-8C824E9BAE77}" type="presParOf" srcId="{7729EA0B-8FB2-4DE6-ADD3-33C634D4E57B}" destId="{D9AB7324-00E7-4EA5-8B21-6B2F5772DF69}" srcOrd="1" destOrd="0" presId="urn:microsoft.com/office/officeart/2005/8/layout/hierarchy2"/>
    <dgm:cxn modelId="{FB240E9D-C89C-436A-A096-DF34CA07982F}" type="presParOf" srcId="{D9AB7324-00E7-4EA5-8B21-6B2F5772DF69}" destId="{6809DCF5-4DC4-4336-ADC5-C4FE37C48FEC}" srcOrd="0" destOrd="0" presId="urn:microsoft.com/office/officeart/2005/8/layout/hierarchy2"/>
    <dgm:cxn modelId="{CF828E0E-BA48-45C0-A266-29139142DDFF}" type="presParOf" srcId="{D9AB7324-00E7-4EA5-8B21-6B2F5772DF69}" destId="{E1994D30-B9C8-4DA0-A7BE-57B0DC68B308}" srcOrd="1" destOrd="0" presId="urn:microsoft.com/office/officeart/2005/8/layout/hierarchy2"/>
    <dgm:cxn modelId="{D42649F6-6BFB-48DB-9DF1-1A25ED0DCC36}" type="presParOf" srcId="{E1994D30-B9C8-4DA0-A7BE-57B0DC68B308}" destId="{9E58EE3E-210D-40E3-80DE-76E8D29E10C9}" srcOrd="0" destOrd="0" presId="urn:microsoft.com/office/officeart/2005/8/layout/hierarchy2"/>
    <dgm:cxn modelId="{B0FB6CDD-7507-4EC4-889D-8F5CE14CD30F}" type="presParOf" srcId="{9E58EE3E-210D-40E3-80DE-76E8D29E10C9}" destId="{B369BA63-DBDE-457D-B6B3-F81F2FE336A0}" srcOrd="0" destOrd="0" presId="urn:microsoft.com/office/officeart/2005/8/layout/hierarchy2"/>
    <dgm:cxn modelId="{ABBEA8A0-2BBB-4D2E-80D4-8AC2B1766278}" type="presParOf" srcId="{E1994D30-B9C8-4DA0-A7BE-57B0DC68B308}" destId="{EBE24C4B-1B01-44CA-BFA2-5B355BA77010}" srcOrd="1" destOrd="0" presId="urn:microsoft.com/office/officeart/2005/8/layout/hierarchy2"/>
    <dgm:cxn modelId="{B2AA41A8-C594-4DF4-8773-317E4E3D859D}" type="presParOf" srcId="{EBE24C4B-1B01-44CA-BFA2-5B355BA77010}" destId="{9580C0B0-055D-463F-83B6-CECBB95B1963}" srcOrd="0" destOrd="0" presId="urn:microsoft.com/office/officeart/2005/8/layout/hierarchy2"/>
    <dgm:cxn modelId="{F6E2EBC5-FFCB-42AF-ADE7-C56C50D3E8BC}" type="presParOf" srcId="{EBE24C4B-1B01-44CA-BFA2-5B355BA77010}" destId="{F6FDE4E6-A117-4F47-98BD-780B726F5550}" srcOrd="1" destOrd="0" presId="urn:microsoft.com/office/officeart/2005/8/layout/hierarchy2"/>
    <dgm:cxn modelId="{0CAE0FE0-4D27-455E-853E-C969E6C54E9C}" type="presParOf" srcId="{F6FDE4E6-A117-4F47-98BD-780B726F5550}" destId="{4A15BC90-B517-46C6-A69B-06DBC07E4A2B}" srcOrd="0" destOrd="0" presId="urn:microsoft.com/office/officeart/2005/8/layout/hierarchy2"/>
    <dgm:cxn modelId="{E473CD00-C668-4C46-90A2-74CF11C62EFC}" type="presParOf" srcId="{4A15BC90-B517-46C6-A69B-06DBC07E4A2B}" destId="{FA9E5796-0D36-4E21-983E-4D6A8AB81FE3}" srcOrd="0" destOrd="0" presId="urn:microsoft.com/office/officeart/2005/8/layout/hierarchy2"/>
    <dgm:cxn modelId="{ABE63D2F-5051-456F-9F68-7F5FB8FA8AF4}" type="presParOf" srcId="{F6FDE4E6-A117-4F47-98BD-780B726F5550}" destId="{937F0D12-2E0F-43CA-BA00-64B029C5E5DD}" srcOrd="1" destOrd="0" presId="urn:microsoft.com/office/officeart/2005/8/layout/hierarchy2"/>
    <dgm:cxn modelId="{D5DE3134-E1F0-42D2-8163-B73498092002}" type="presParOf" srcId="{937F0D12-2E0F-43CA-BA00-64B029C5E5DD}" destId="{7B9CF523-F19B-433B-A9B9-F511CA46F502}" srcOrd="0" destOrd="0" presId="urn:microsoft.com/office/officeart/2005/8/layout/hierarchy2"/>
    <dgm:cxn modelId="{B65396D1-961A-426F-B1FC-6BA933D80B2F}" type="presParOf" srcId="{937F0D12-2E0F-43CA-BA00-64B029C5E5DD}" destId="{5B8E95CB-ECDB-49A0-9260-64787E1F755B}" srcOrd="1" destOrd="0" presId="urn:microsoft.com/office/officeart/2005/8/layout/hierarchy2"/>
    <dgm:cxn modelId="{E07D7C47-5080-406B-B8C5-07A6C67E1A51}" type="presParOf" srcId="{5B8E95CB-ECDB-49A0-9260-64787E1F755B}" destId="{6B93EB06-C155-4669-9023-38A79917B546}" srcOrd="0" destOrd="0" presId="urn:microsoft.com/office/officeart/2005/8/layout/hierarchy2"/>
    <dgm:cxn modelId="{75E8F067-ADD4-4547-83B2-7168076C03D6}" type="presParOf" srcId="{6B93EB06-C155-4669-9023-38A79917B546}" destId="{99EBC53F-970A-49A8-9F07-5C420E862ED0}" srcOrd="0" destOrd="0" presId="urn:microsoft.com/office/officeart/2005/8/layout/hierarchy2"/>
    <dgm:cxn modelId="{057A1F30-80AE-4B70-8176-494EB2E87317}" type="presParOf" srcId="{5B8E95CB-ECDB-49A0-9260-64787E1F755B}" destId="{6851EE3D-96BF-4C97-ACB5-DD04877824AF}" srcOrd="1" destOrd="0" presId="urn:microsoft.com/office/officeart/2005/8/layout/hierarchy2"/>
    <dgm:cxn modelId="{5848D245-56F5-4445-9B95-5C2917782841}" type="presParOf" srcId="{6851EE3D-96BF-4C97-ACB5-DD04877824AF}" destId="{D71C5BFF-04C3-45FE-BAF3-A4D71D28DA92}" srcOrd="0" destOrd="0" presId="urn:microsoft.com/office/officeart/2005/8/layout/hierarchy2"/>
    <dgm:cxn modelId="{4EC0FCB1-C86F-45CE-BBEC-BA386CD13874}" type="presParOf" srcId="{6851EE3D-96BF-4C97-ACB5-DD04877824AF}" destId="{BED7C1BF-3C11-411F-8FDA-2A0F6A36C765}" srcOrd="1" destOrd="0" presId="urn:microsoft.com/office/officeart/2005/8/layout/hierarchy2"/>
    <dgm:cxn modelId="{3FF3A78B-F295-4361-9056-7E6ADEE03DBD}" type="presParOf" srcId="{BED7C1BF-3C11-411F-8FDA-2A0F6A36C765}" destId="{55AB7A5B-D219-4D6D-ADDB-DBD95AFACE0D}" srcOrd="0" destOrd="0" presId="urn:microsoft.com/office/officeart/2005/8/layout/hierarchy2"/>
    <dgm:cxn modelId="{642F9EFA-897C-4CB7-BF55-9C489E993F84}" type="presParOf" srcId="{55AB7A5B-D219-4D6D-ADDB-DBD95AFACE0D}" destId="{EA102407-5F09-47DA-898F-8F014240D752}" srcOrd="0" destOrd="0" presId="urn:microsoft.com/office/officeart/2005/8/layout/hierarchy2"/>
    <dgm:cxn modelId="{AC6CA90D-BF5A-44B1-9F66-8D86788382E7}" type="presParOf" srcId="{BED7C1BF-3C11-411F-8FDA-2A0F6A36C765}" destId="{053999AF-4E15-49B1-A042-1A51E89C7BA0}" srcOrd="1" destOrd="0" presId="urn:microsoft.com/office/officeart/2005/8/layout/hierarchy2"/>
    <dgm:cxn modelId="{035D3DF8-A8C4-4EF5-8F82-0E716E0129C7}" type="presParOf" srcId="{053999AF-4E15-49B1-A042-1A51E89C7BA0}" destId="{4FB79DC6-7CC5-4FC1-9A9B-F4C4BEB5101E}" srcOrd="0" destOrd="0" presId="urn:microsoft.com/office/officeart/2005/8/layout/hierarchy2"/>
    <dgm:cxn modelId="{065A8284-0B1C-429B-A3B9-4FEA224A102C}" type="presParOf" srcId="{053999AF-4E15-49B1-A042-1A51E89C7BA0}" destId="{672CF02A-4A51-4CDE-8D33-6CF41EEC8677}" srcOrd="1" destOrd="0" presId="urn:microsoft.com/office/officeart/2005/8/layout/hierarchy2"/>
    <dgm:cxn modelId="{E0B93179-BB8D-43FF-AF06-A140B2915C18}" type="presParOf" srcId="{672CF02A-4A51-4CDE-8D33-6CF41EEC8677}" destId="{DAED7FF1-4863-4685-9E09-BBD852C9EF07}" srcOrd="0" destOrd="0" presId="urn:microsoft.com/office/officeart/2005/8/layout/hierarchy2"/>
    <dgm:cxn modelId="{3FB41592-7476-4952-9541-BC07CB6690D0}" type="presParOf" srcId="{DAED7FF1-4863-4685-9E09-BBD852C9EF07}" destId="{5E8BB215-5E2A-4522-BF2D-81E76332C512}" srcOrd="0" destOrd="0" presId="urn:microsoft.com/office/officeart/2005/8/layout/hierarchy2"/>
    <dgm:cxn modelId="{E71FD310-2026-42C2-8E26-717565241187}" type="presParOf" srcId="{672CF02A-4A51-4CDE-8D33-6CF41EEC8677}" destId="{693DCB5D-0D99-41BC-A922-25352CAE89A8}" srcOrd="1" destOrd="0" presId="urn:microsoft.com/office/officeart/2005/8/layout/hierarchy2"/>
    <dgm:cxn modelId="{646DC171-DABF-4194-8B80-3076A95107B6}" type="presParOf" srcId="{693DCB5D-0D99-41BC-A922-25352CAE89A8}" destId="{9813F150-9082-4B5D-A1F7-A3BDAAE7BEF9}" srcOrd="0" destOrd="0" presId="urn:microsoft.com/office/officeart/2005/8/layout/hierarchy2"/>
    <dgm:cxn modelId="{2B5BD7A9-8E54-452E-9375-BF2C2261FEF7}" type="presParOf" srcId="{693DCB5D-0D99-41BC-A922-25352CAE89A8}" destId="{32FACB1C-9D51-4959-B794-B6E693CCAD95}" srcOrd="1" destOrd="0" presId="urn:microsoft.com/office/officeart/2005/8/layout/hierarchy2"/>
    <dgm:cxn modelId="{BC386A05-D32C-467B-B4B9-C552CAEA145C}" type="presParOf" srcId="{32FACB1C-9D51-4959-B794-B6E693CCAD95}" destId="{F1ED91FE-5613-4E0D-BD36-40E9EED1D6E0}" srcOrd="0" destOrd="0" presId="urn:microsoft.com/office/officeart/2005/8/layout/hierarchy2"/>
    <dgm:cxn modelId="{5683B882-762E-4B2E-BDF0-E99F88A76C7D}" type="presParOf" srcId="{F1ED91FE-5613-4E0D-BD36-40E9EED1D6E0}" destId="{70E580B7-BF8E-4E45-9117-3F7CC1601AE2}" srcOrd="0" destOrd="0" presId="urn:microsoft.com/office/officeart/2005/8/layout/hierarchy2"/>
    <dgm:cxn modelId="{8AF804E9-85FF-4E89-B9DF-51B8D38D0DB7}" type="presParOf" srcId="{32FACB1C-9D51-4959-B794-B6E693CCAD95}" destId="{C32C9207-AB22-4367-AD33-A4C81DC6004D}" srcOrd="1" destOrd="0" presId="urn:microsoft.com/office/officeart/2005/8/layout/hierarchy2"/>
    <dgm:cxn modelId="{8C2B74DB-6876-40DF-866E-B57216C4BA85}" type="presParOf" srcId="{C32C9207-AB22-4367-AD33-A4C81DC6004D}" destId="{16297225-1BFB-4A87-AB2F-74CA1AFCCDF0}" srcOrd="0" destOrd="0" presId="urn:microsoft.com/office/officeart/2005/8/layout/hierarchy2"/>
    <dgm:cxn modelId="{A9D4B40B-ABD3-47E3-81B8-E3B30E469CE0}" type="presParOf" srcId="{C32C9207-AB22-4367-AD33-A4C81DC6004D}" destId="{FEFBF050-2429-4845-B80F-FD595308A726}" srcOrd="1" destOrd="0" presId="urn:microsoft.com/office/officeart/2005/8/layout/hierarchy2"/>
    <dgm:cxn modelId="{B7C1B75D-C0E1-4EB9-AE50-BC59728EA108}" type="presParOf" srcId="{5B8E95CB-ECDB-49A0-9260-64787E1F755B}" destId="{2F5C1D02-D829-4915-BEF4-C9A5D553102A}" srcOrd="2" destOrd="0" presId="urn:microsoft.com/office/officeart/2005/8/layout/hierarchy2"/>
    <dgm:cxn modelId="{26BFCA5A-4491-4863-A292-FB9B4D667A20}" type="presParOf" srcId="{2F5C1D02-D829-4915-BEF4-C9A5D553102A}" destId="{CF3E7C1C-5EB8-4C45-B67E-422AE170B502}" srcOrd="0" destOrd="0" presId="urn:microsoft.com/office/officeart/2005/8/layout/hierarchy2"/>
    <dgm:cxn modelId="{1D1976C7-845F-47CD-8BF5-A571B187A530}" type="presParOf" srcId="{5B8E95CB-ECDB-49A0-9260-64787E1F755B}" destId="{6DF67293-05DE-4571-B0AD-021BD45617BA}" srcOrd="3" destOrd="0" presId="urn:microsoft.com/office/officeart/2005/8/layout/hierarchy2"/>
    <dgm:cxn modelId="{FC08C4AB-2A5B-4BB9-9E35-199EC0CF5DC5}" type="presParOf" srcId="{6DF67293-05DE-4571-B0AD-021BD45617BA}" destId="{5F702A38-E744-4163-BFA1-D314CC66D678}" srcOrd="0" destOrd="0" presId="urn:microsoft.com/office/officeart/2005/8/layout/hierarchy2"/>
    <dgm:cxn modelId="{A9D22DF0-7EFE-4713-904A-73CF6D138BB2}" type="presParOf" srcId="{6DF67293-05DE-4571-B0AD-021BD45617BA}" destId="{D819F0A1-94C8-4C1C-A02F-A2708C8E6CF9}" srcOrd="1" destOrd="0" presId="urn:microsoft.com/office/officeart/2005/8/layout/hierarchy2"/>
    <dgm:cxn modelId="{0AE34FB2-73B6-4D2D-8B8F-D5A8B58907AD}" type="presParOf" srcId="{D819F0A1-94C8-4C1C-A02F-A2708C8E6CF9}" destId="{0AE8C29F-3830-4B2E-A50E-4D9F6975C331}" srcOrd="0" destOrd="0" presId="urn:microsoft.com/office/officeart/2005/8/layout/hierarchy2"/>
    <dgm:cxn modelId="{3C2FF60E-39FD-44FD-97EC-83EA85F6C3F3}" type="presParOf" srcId="{0AE8C29F-3830-4B2E-A50E-4D9F6975C331}" destId="{E520C427-90E0-40D0-A04B-7F868D71F7FA}" srcOrd="0" destOrd="0" presId="urn:microsoft.com/office/officeart/2005/8/layout/hierarchy2"/>
    <dgm:cxn modelId="{4C4C9658-6460-4BB7-A56C-CD1D067D9C47}" type="presParOf" srcId="{D819F0A1-94C8-4C1C-A02F-A2708C8E6CF9}" destId="{118BB6FB-F5BD-4253-B7A9-AE42FEFCCCCA}" srcOrd="1" destOrd="0" presId="urn:microsoft.com/office/officeart/2005/8/layout/hierarchy2"/>
    <dgm:cxn modelId="{5AED30C5-C557-4A40-9CC5-EC93511DB9A1}" type="presParOf" srcId="{118BB6FB-F5BD-4253-B7A9-AE42FEFCCCCA}" destId="{2FAD9217-F3F0-40DF-BD91-A64DAB4E3C2A}" srcOrd="0" destOrd="0" presId="urn:microsoft.com/office/officeart/2005/8/layout/hierarchy2"/>
    <dgm:cxn modelId="{1755E372-7744-4937-94CA-B56DD62BE814}" type="presParOf" srcId="{118BB6FB-F5BD-4253-B7A9-AE42FEFCCCCA}" destId="{8A7D9543-E2A1-4C1D-BF43-2C907533404A}" srcOrd="1" destOrd="0" presId="urn:microsoft.com/office/officeart/2005/8/layout/hierarchy2"/>
    <dgm:cxn modelId="{80EABDB4-3340-419F-9EB0-623C774AE0E0}" type="presParOf" srcId="{BB4AC518-8A3B-406E-9E42-74F9845FA208}" destId="{6F795F3A-036E-4586-9348-6A3685D31747}" srcOrd="4" destOrd="0" presId="urn:microsoft.com/office/officeart/2005/8/layout/hierarchy2"/>
    <dgm:cxn modelId="{CB951A8B-FD04-42AF-9788-B73A1F439D31}" type="presParOf" srcId="{6F795F3A-036E-4586-9348-6A3685D31747}" destId="{A8A2C309-3612-46D8-A1AB-96B0026F2F88}" srcOrd="0" destOrd="0" presId="urn:microsoft.com/office/officeart/2005/8/layout/hierarchy2"/>
    <dgm:cxn modelId="{52C15472-4EB0-4F6E-A1DB-5EA0286EBB2A}" type="presParOf" srcId="{BB4AC518-8A3B-406E-9E42-74F9845FA208}" destId="{7EF8147B-B594-47EC-B19C-2EA96B83053C}" srcOrd="5" destOrd="0" presId="urn:microsoft.com/office/officeart/2005/8/layout/hierarchy2"/>
    <dgm:cxn modelId="{6B125E88-D0DA-4B50-9999-31DF136C1CAE}" type="presParOf" srcId="{7EF8147B-B594-47EC-B19C-2EA96B83053C}" destId="{EAD2E9AD-7F18-450B-94AD-6271E8E59122}" srcOrd="0" destOrd="0" presId="urn:microsoft.com/office/officeart/2005/8/layout/hierarchy2"/>
    <dgm:cxn modelId="{1827D96A-944E-4BC9-9223-3C6549FD3C10}" type="presParOf" srcId="{7EF8147B-B594-47EC-B19C-2EA96B83053C}" destId="{BB351CA3-4945-4D61-B6EE-08C781C3F0E2}" srcOrd="1" destOrd="0" presId="urn:microsoft.com/office/officeart/2005/8/layout/hierarchy2"/>
    <dgm:cxn modelId="{F5E03FF0-F2C8-4D00-9B54-D3F1041BA006}" type="presParOf" srcId="{BB351CA3-4945-4D61-B6EE-08C781C3F0E2}" destId="{34E4E09E-2438-44AF-84F5-0B074046442A}" srcOrd="0" destOrd="0" presId="urn:microsoft.com/office/officeart/2005/8/layout/hierarchy2"/>
    <dgm:cxn modelId="{93CFDF47-39CA-43C4-9C13-130FAF406C21}" type="presParOf" srcId="{34E4E09E-2438-44AF-84F5-0B074046442A}" destId="{73CF9AA7-9321-4AEC-99F2-A62876D45EF8}" srcOrd="0" destOrd="0" presId="urn:microsoft.com/office/officeart/2005/8/layout/hierarchy2"/>
    <dgm:cxn modelId="{4323A1CE-D11C-42AC-8940-B2A3681AE6C2}" type="presParOf" srcId="{BB351CA3-4945-4D61-B6EE-08C781C3F0E2}" destId="{7CAC411F-E7F0-4881-AE61-6D5FA9D16DFA}" srcOrd="1" destOrd="0" presId="urn:microsoft.com/office/officeart/2005/8/layout/hierarchy2"/>
    <dgm:cxn modelId="{CCA73683-3008-4D82-8EC0-F9D9AEBA4A8B}" type="presParOf" srcId="{7CAC411F-E7F0-4881-AE61-6D5FA9D16DFA}" destId="{5D9BCFD0-DE79-4AC4-96AF-FC1906FC628E}" srcOrd="0" destOrd="0" presId="urn:microsoft.com/office/officeart/2005/8/layout/hierarchy2"/>
    <dgm:cxn modelId="{48399936-9537-4C46-B0B3-0D8FB26B5FE9}" type="presParOf" srcId="{7CAC411F-E7F0-4881-AE61-6D5FA9D16DFA}" destId="{696C1C1E-3612-4BFB-945E-6F3849FA036C}" srcOrd="1" destOrd="0" presId="urn:microsoft.com/office/officeart/2005/8/layout/hierarchy2"/>
    <dgm:cxn modelId="{70C0753C-6962-4D03-97BF-7F8CF47EE7F4}" type="presParOf" srcId="{BB4AC518-8A3B-406E-9E42-74F9845FA208}" destId="{BE601119-F427-4238-B237-275C281D81BA}" srcOrd="6" destOrd="0" presId="urn:microsoft.com/office/officeart/2005/8/layout/hierarchy2"/>
    <dgm:cxn modelId="{7C195C2C-AB3A-4A75-A03B-D57EE1D83BD9}" type="presParOf" srcId="{BE601119-F427-4238-B237-275C281D81BA}" destId="{9D67B342-8A80-44C4-A4AE-55884ED4C2E8}" srcOrd="0" destOrd="0" presId="urn:microsoft.com/office/officeart/2005/8/layout/hierarchy2"/>
    <dgm:cxn modelId="{9512542D-2DEA-4846-8AF7-7122CF54FED3}" type="presParOf" srcId="{BB4AC518-8A3B-406E-9E42-74F9845FA208}" destId="{6D58E02E-C025-4B81-96CC-7D7D0AC5A93C}" srcOrd="7" destOrd="0" presId="urn:microsoft.com/office/officeart/2005/8/layout/hierarchy2"/>
    <dgm:cxn modelId="{44E324D9-6F8E-4BA3-B15D-920263DC3F90}" type="presParOf" srcId="{6D58E02E-C025-4B81-96CC-7D7D0AC5A93C}" destId="{91D80FAA-CE98-4830-B96E-84549A5DABBF}" srcOrd="0" destOrd="0" presId="urn:microsoft.com/office/officeart/2005/8/layout/hierarchy2"/>
    <dgm:cxn modelId="{BA00C78B-6275-4831-9A19-FA5944332B6D}" type="presParOf" srcId="{6D58E02E-C025-4B81-96CC-7D7D0AC5A93C}" destId="{DCA39A4A-3472-4E46-BCD9-CC5ABF7A4F2A}" srcOrd="1" destOrd="0" presId="urn:microsoft.com/office/officeart/2005/8/layout/hierarchy2"/>
    <dgm:cxn modelId="{1413F61B-2767-41FB-95FD-00464421B0A6}" type="presParOf" srcId="{DCA39A4A-3472-4E46-BCD9-CC5ABF7A4F2A}" destId="{A0422C36-4A3B-4D0C-9DD4-0C77AF380F05}" srcOrd="0" destOrd="0" presId="urn:microsoft.com/office/officeart/2005/8/layout/hierarchy2"/>
    <dgm:cxn modelId="{3279CC13-A6E6-4F96-A8E9-8EED46B888F5}" type="presParOf" srcId="{A0422C36-4A3B-4D0C-9DD4-0C77AF380F05}" destId="{B9B568E6-C262-456E-9BE4-1D3F4D36F169}" srcOrd="0" destOrd="0" presId="urn:microsoft.com/office/officeart/2005/8/layout/hierarchy2"/>
    <dgm:cxn modelId="{5196BE5F-B0F2-4508-BB18-B028E5E7ACC5}" type="presParOf" srcId="{DCA39A4A-3472-4E46-BCD9-CC5ABF7A4F2A}" destId="{74291D58-B56E-47DB-A7C5-555AAF73D3F6}" srcOrd="1" destOrd="0" presId="urn:microsoft.com/office/officeart/2005/8/layout/hierarchy2"/>
    <dgm:cxn modelId="{F60BB555-F73C-490E-B129-6E1F3207C498}" type="presParOf" srcId="{74291D58-B56E-47DB-A7C5-555AAF73D3F6}" destId="{D4681E40-2452-40E1-A146-09212DB7ADD4}" srcOrd="0" destOrd="0" presId="urn:microsoft.com/office/officeart/2005/8/layout/hierarchy2"/>
    <dgm:cxn modelId="{FB2475A3-DE83-4231-876A-D980372E1E6B}" type="presParOf" srcId="{74291D58-B56E-47DB-A7C5-555AAF73D3F6}" destId="{4F88C496-BA96-41F5-9519-FA97A4B642D3}" srcOrd="1" destOrd="0" presId="urn:microsoft.com/office/officeart/2005/8/layout/hierarchy2"/>
  </dgm:cxnLst>
  <dgm:bg/>
  <dgm:whole>
    <a:ln w="28575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223C3-951F-42B8-A4BE-5983C42F4C54}">
      <dsp:nvSpPr>
        <dsp:cNvPr id="0" name=""/>
        <dsp:cNvSpPr/>
      </dsp:nvSpPr>
      <dsp:spPr>
        <a:xfrm>
          <a:off x="69246" y="2807916"/>
          <a:ext cx="984949" cy="641156"/>
        </a:xfrm>
        <a:prstGeom prst="roundRect">
          <a:avLst>
            <a:gd name="adj" fmla="val 10000"/>
          </a:avLst>
        </a:prstGeom>
        <a:solidFill>
          <a:schemeClr val="tx1"/>
        </a:solidFill>
        <a:ln w="28575" cap="flat" cmpd="sng" algn="ctr">
          <a:solidFill>
            <a:schemeClr val="bg1"/>
          </a:solidFill>
          <a:prstDash val="solid"/>
          <a:miter lim="800000"/>
        </a:ln>
        <a:effectLst>
          <a:glow rad="101600">
            <a:schemeClr val="bg1">
              <a:alpha val="60000"/>
            </a:schemeClr>
          </a:glow>
        </a:effectLst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rial Rounded MT Bold" panose="020F0704030504030204" pitchFamily="34" charset="0"/>
            </a:rPr>
            <a:t>HOME PAGE</a:t>
          </a:r>
          <a:endParaRPr lang="en-IN" sz="1100" kern="1200" dirty="0">
            <a:latin typeface="Arial Rounded MT Bold" panose="020F0704030504030204" pitchFamily="34" charset="0"/>
          </a:endParaRPr>
        </a:p>
      </dsp:txBody>
      <dsp:txXfrm>
        <a:off x="88025" y="2826695"/>
        <a:ext cx="947391" cy="603598"/>
      </dsp:txXfrm>
    </dsp:sp>
    <dsp:sp modelId="{D9D17139-CD3F-46D2-A3B8-904A6D1F3106}">
      <dsp:nvSpPr>
        <dsp:cNvPr id="0" name=""/>
        <dsp:cNvSpPr/>
      </dsp:nvSpPr>
      <dsp:spPr>
        <a:xfrm rot="17652281">
          <a:off x="274890" y="1917123"/>
          <a:ext cx="2641703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2508197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529699" y="1857721"/>
        <a:ext cx="132085" cy="132085"/>
      </dsp:txXfrm>
    </dsp:sp>
    <dsp:sp modelId="{342266FB-C290-4A6D-8352-8E56EC8D5C62}">
      <dsp:nvSpPr>
        <dsp:cNvPr id="0" name=""/>
        <dsp:cNvSpPr/>
      </dsp:nvSpPr>
      <dsp:spPr>
        <a:xfrm>
          <a:off x="2137288" y="491932"/>
          <a:ext cx="908398" cy="45419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REPORT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2150591" y="505235"/>
        <a:ext cx="881792" cy="427593"/>
      </dsp:txXfrm>
    </dsp:sp>
    <dsp:sp modelId="{C5981F42-E09C-47FB-965E-D84AD981F95D}">
      <dsp:nvSpPr>
        <dsp:cNvPr id="0" name=""/>
        <dsp:cNvSpPr/>
      </dsp:nvSpPr>
      <dsp:spPr>
        <a:xfrm>
          <a:off x="3045686" y="712392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640"/>
              </a:moveTo>
              <a:lnTo>
                <a:pt x="363359" y="6640"/>
              </a:lnTo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18282" y="709948"/>
        <a:ext cx="18167" cy="18167"/>
      </dsp:txXfrm>
    </dsp:sp>
    <dsp:sp modelId="{5B91395E-5272-48F4-8AB5-6C45280DED89}">
      <dsp:nvSpPr>
        <dsp:cNvPr id="0" name=""/>
        <dsp:cNvSpPr/>
      </dsp:nvSpPr>
      <dsp:spPr>
        <a:xfrm>
          <a:off x="3409045" y="262868"/>
          <a:ext cx="1821983" cy="912327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SUBMIT FORM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[</a:t>
          </a: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DETAILS, DESCRIPTION TAGS, IMAGE, CONTACT INFO]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3435766" y="289589"/>
        <a:ext cx="1768541" cy="858885"/>
      </dsp:txXfrm>
    </dsp:sp>
    <dsp:sp modelId="{4DF18BD5-BC28-4A56-A847-4AF2149FD772}">
      <dsp:nvSpPr>
        <dsp:cNvPr id="0" name=""/>
        <dsp:cNvSpPr/>
      </dsp:nvSpPr>
      <dsp:spPr>
        <a:xfrm>
          <a:off x="5231029" y="712392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640"/>
              </a:moveTo>
              <a:lnTo>
                <a:pt x="363359" y="6640"/>
              </a:lnTo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5403625" y="709948"/>
        <a:ext cx="18167" cy="18167"/>
      </dsp:txXfrm>
    </dsp:sp>
    <dsp:sp modelId="{C4994642-46E4-4AEA-9F97-C70BA2EFC508}">
      <dsp:nvSpPr>
        <dsp:cNvPr id="0" name=""/>
        <dsp:cNvSpPr/>
      </dsp:nvSpPr>
      <dsp:spPr>
        <a:xfrm>
          <a:off x="5594389" y="491932"/>
          <a:ext cx="908398" cy="45419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Validate Entries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5607692" y="505235"/>
        <a:ext cx="881792" cy="427593"/>
      </dsp:txXfrm>
    </dsp:sp>
    <dsp:sp modelId="{D8841913-64DE-4964-B121-421470ABDAC0}">
      <dsp:nvSpPr>
        <dsp:cNvPr id="0" name=""/>
        <dsp:cNvSpPr/>
      </dsp:nvSpPr>
      <dsp:spPr>
        <a:xfrm>
          <a:off x="6502787" y="712392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640"/>
              </a:moveTo>
              <a:lnTo>
                <a:pt x="363359" y="6640"/>
              </a:lnTo>
            </a:path>
          </a:pathLst>
        </a:custGeom>
        <a:noFill/>
        <a:ln w="38100" cap="flat" cmpd="sng" algn="ctr">
          <a:solidFill>
            <a:schemeClr val="bg1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675383" y="709948"/>
        <a:ext cx="18167" cy="18167"/>
      </dsp:txXfrm>
    </dsp:sp>
    <dsp:sp modelId="{F7DA333D-947F-474D-BE63-01CB7021E331}">
      <dsp:nvSpPr>
        <dsp:cNvPr id="0" name=""/>
        <dsp:cNvSpPr/>
      </dsp:nvSpPr>
      <dsp:spPr>
        <a:xfrm>
          <a:off x="6866146" y="491932"/>
          <a:ext cx="1301943" cy="45419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CREATE REPORTED_ITEM OBJECT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6879449" y="505235"/>
        <a:ext cx="1275337" cy="427593"/>
      </dsp:txXfrm>
    </dsp:sp>
    <dsp:sp modelId="{043068CD-BB77-42D4-B4CF-B8F7882BBE2F}">
      <dsp:nvSpPr>
        <dsp:cNvPr id="0" name=""/>
        <dsp:cNvSpPr/>
      </dsp:nvSpPr>
      <dsp:spPr>
        <a:xfrm>
          <a:off x="8168090" y="712392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>
          <a:solidFill>
            <a:schemeClr val="bg1"/>
          </a:solidFill>
          <a:prstDash val="solid"/>
          <a:headEnd type="none" w="med" len="med"/>
          <a:tailEnd type="triangl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8340686" y="709948"/>
        <a:ext cx="18167" cy="18167"/>
      </dsp:txXfrm>
    </dsp:sp>
    <dsp:sp modelId="{EED0BD41-7140-4394-8F76-9026F9403AAE}">
      <dsp:nvSpPr>
        <dsp:cNvPr id="0" name=""/>
        <dsp:cNvSpPr/>
      </dsp:nvSpPr>
      <dsp:spPr>
        <a:xfrm>
          <a:off x="8531449" y="491932"/>
          <a:ext cx="908398" cy="45419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ADD TO DATABASE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8544752" y="505235"/>
        <a:ext cx="881792" cy="427593"/>
      </dsp:txXfrm>
    </dsp:sp>
    <dsp:sp modelId="{ACE51FA8-9655-4CEB-AEB7-D4A517F7F796}">
      <dsp:nvSpPr>
        <dsp:cNvPr id="0" name=""/>
        <dsp:cNvSpPr/>
      </dsp:nvSpPr>
      <dsp:spPr>
        <a:xfrm rot="20217031">
          <a:off x="1040972" y="3057002"/>
          <a:ext cx="331278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01738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198329" y="3055360"/>
        <a:ext cx="16563" cy="16563"/>
      </dsp:txXfrm>
    </dsp:sp>
    <dsp:sp modelId="{425AB103-25EE-4445-9BB4-E8E53E8AFDFA}">
      <dsp:nvSpPr>
        <dsp:cNvPr id="0" name=""/>
        <dsp:cNvSpPr/>
      </dsp:nvSpPr>
      <dsp:spPr>
        <a:xfrm>
          <a:off x="1359027" y="2771691"/>
          <a:ext cx="908398" cy="45419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SEARCH</a:t>
          </a:r>
          <a:endParaRPr lang="en-IN" sz="10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1372330" y="2784994"/>
        <a:ext cx="881792" cy="427593"/>
      </dsp:txXfrm>
    </dsp:sp>
    <dsp:sp modelId="{7ADA9E30-0AC3-499E-BAA6-B222E812BB0D}">
      <dsp:nvSpPr>
        <dsp:cNvPr id="0" name=""/>
        <dsp:cNvSpPr/>
      </dsp:nvSpPr>
      <dsp:spPr>
        <a:xfrm>
          <a:off x="2267425" y="2992150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2440021" y="2989706"/>
        <a:ext cx="18167" cy="18167"/>
      </dsp:txXfrm>
    </dsp:sp>
    <dsp:sp modelId="{6809DCF5-4DC4-4336-ADC5-C4FE37C48FEC}">
      <dsp:nvSpPr>
        <dsp:cNvPr id="0" name=""/>
        <dsp:cNvSpPr/>
      </dsp:nvSpPr>
      <dsp:spPr>
        <a:xfrm>
          <a:off x="2630784" y="2498926"/>
          <a:ext cx="1360553" cy="999728"/>
        </a:xfrm>
        <a:prstGeom prst="roundRect">
          <a:avLst>
            <a:gd name="adj" fmla="val 10000"/>
          </a:avLst>
        </a:prstGeom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Arial Rounded MT Bold" panose="020F0704030504030204" pitchFamily="34" charset="0"/>
            </a:rPr>
            <a:t>SUBMIT FORM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Arial Rounded MT Bold" panose="020F0704030504030204" pitchFamily="34" charset="0"/>
            </a:rPr>
            <a:t>[DETAILS, </a:t>
          </a: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DESCRIPTION</a:t>
          </a:r>
          <a:r>
            <a:rPr lang="en-US" sz="900" kern="1200" dirty="0">
              <a:latin typeface="Arial Rounded MT Bold" panose="020F0704030504030204" pitchFamily="34" charset="0"/>
            </a:rPr>
            <a:t> TAGS, CONTACT INFO]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>
            <a:latin typeface="Arial Rounded MT Bold" panose="020F0704030504030204" pitchFamily="34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Arial Rounded MT Bold" panose="020F0704030504030204" pitchFamily="34" charset="0"/>
            </a:rPr>
            <a:t>VALIDATE ENTRIES</a:t>
          </a:r>
        </a:p>
      </dsp:txBody>
      <dsp:txXfrm>
        <a:off x="2660065" y="2528207"/>
        <a:ext cx="1301991" cy="941166"/>
      </dsp:txXfrm>
    </dsp:sp>
    <dsp:sp modelId="{9E58EE3E-210D-40E3-80DE-76E8D29E10C9}">
      <dsp:nvSpPr>
        <dsp:cNvPr id="0" name=""/>
        <dsp:cNvSpPr/>
      </dsp:nvSpPr>
      <dsp:spPr>
        <a:xfrm>
          <a:off x="3991338" y="2992150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4163934" y="2989706"/>
        <a:ext cx="18167" cy="18167"/>
      </dsp:txXfrm>
    </dsp:sp>
    <dsp:sp modelId="{9580C0B0-055D-463F-83B6-CECBB95B1963}">
      <dsp:nvSpPr>
        <dsp:cNvPr id="0" name=""/>
        <dsp:cNvSpPr/>
      </dsp:nvSpPr>
      <dsp:spPr>
        <a:xfrm>
          <a:off x="4354697" y="2771691"/>
          <a:ext cx="908398" cy="454199"/>
        </a:xfrm>
        <a:prstGeom prst="roundRect">
          <a:avLst>
            <a:gd name="adj" fmla="val 10000"/>
          </a:avLst>
        </a:prstGeom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SEARCH ENGINE RUNS</a:t>
          </a:r>
          <a:endParaRPr lang="en-IN" sz="9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4368000" y="2784994"/>
        <a:ext cx="881792" cy="427593"/>
      </dsp:txXfrm>
    </dsp:sp>
    <dsp:sp modelId="{4A15BC90-B517-46C6-A69B-06DBC07E4A2B}">
      <dsp:nvSpPr>
        <dsp:cNvPr id="0" name=""/>
        <dsp:cNvSpPr/>
      </dsp:nvSpPr>
      <dsp:spPr>
        <a:xfrm>
          <a:off x="5263096" y="2992150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5435691" y="2989706"/>
        <a:ext cx="18167" cy="18167"/>
      </dsp:txXfrm>
    </dsp:sp>
    <dsp:sp modelId="{7B9CF523-F19B-433B-A9B9-F511CA46F502}">
      <dsp:nvSpPr>
        <dsp:cNvPr id="0" name=""/>
        <dsp:cNvSpPr/>
      </dsp:nvSpPr>
      <dsp:spPr>
        <a:xfrm>
          <a:off x="5626455" y="2771691"/>
          <a:ext cx="908398" cy="454199"/>
        </a:xfrm>
        <a:prstGeom prst="roundRect">
          <a:avLst>
            <a:gd name="adj" fmla="val 10000"/>
          </a:avLst>
        </a:prstGeom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GET SEARCH RESULTS</a:t>
          </a:r>
          <a:endParaRPr lang="en-IN" sz="9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5639758" y="2784994"/>
        <a:ext cx="881792" cy="427593"/>
      </dsp:txXfrm>
    </dsp:sp>
    <dsp:sp modelId="{6B93EB06-C155-4669-9023-38A79917B546}">
      <dsp:nvSpPr>
        <dsp:cNvPr id="0" name=""/>
        <dsp:cNvSpPr/>
      </dsp:nvSpPr>
      <dsp:spPr>
        <a:xfrm rot="17813142">
          <a:off x="6314775" y="2633818"/>
          <a:ext cx="803515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783593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6696445" y="2620371"/>
        <a:ext cx="40175" cy="40175"/>
      </dsp:txXfrm>
    </dsp:sp>
    <dsp:sp modelId="{D71C5BFF-04C3-45FE-BAF3-A4D71D28DA92}">
      <dsp:nvSpPr>
        <dsp:cNvPr id="0" name=""/>
        <dsp:cNvSpPr/>
      </dsp:nvSpPr>
      <dsp:spPr>
        <a:xfrm>
          <a:off x="6898213" y="2055027"/>
          <a:ext cx="908398" cy="45419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if match:</a:t>
          </a:r>
          <a:endParaRPr lang="en-IN" sz="1000" kern="1200"/>
        </a:p>
      </dsp:txBody>
      <dsp:txXfrm>
        <a:off x="6911516" y="2068330"/>
        <a:ext cx="881792" cy="427593"/>
      </dsp:txXfrm>
    </dsp:sp>
    <dsp:sp modelId="{55AB7A5B-D219-4D6D-ADDB-DBD95AFACE0D}">
      <dsp:nvSpPr>
        <dsp:cNvPr id="0" name=""/>
        <dsp:cNvSpPr/>
      </dsp:nvSpPr>
      <dsp:spPr>
        <a:xfrm>
          <a:off x="7806611" y="2275486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7979207" y="2273043"/>
        <a:ext cx="18167" cy="18167"/>
      </dsp:txXfrm>
    </dsp:sp>
    <dsp:sp modelId="{4FB79DC6-7CC5-4FC1-9A9B-F4C4BEB5101E}">
      <dsp:nvSpPr>
        <dsp:cNvPr id="0" name=""/>
        <dsp:cNvSpPr/>
      </dsp:nvSpPr>
      <dsp:spPr>
        <a:xfrm>
          <a:off x="8169970" y="1939277"/>
          <a:ext cx="1230171" cy="685699"/>
        </a:xfrm>
        <a:prstGeom prst="roundRect">
          <a:avLst>
            <a:gd name="adj" fmla="val 10000"/>
          </a:avLst>
        </a:prstGeom>
        <a:solidFill>
          <a:srgbClr val="00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Arial Rounded MT Bold" panose="020F0704030504030204" pitchFamily="34" charset="0"/>
            </a:rPr>
            <a:t>CONTACT THROUGH GIVEN CONTACT INFO</a:t>
          </a:r>
          <a:endParaRPr lang="en-IN" sz="900" kern="1200" dirty="0">
            <a:latin typeface="Arial Rounded MT Bold" panose="020F0704030504030204" pitchFamily="34" charset="0"/>
          </a:endParaRPr>
        </a:p>
      </dsp:txBody>
      <dsp:txXfrm>
        <a:off x="8190053" y="1959360"/>
        <a:ext cx="1190005" cy="645533"/>
      </dsp:txXfrm>
    </dsp:sp>
    <dsp:sp modelId="{DAED7FF1-4863-4685-9E09-BBD852C9EF07}">
      <dsp:nvSpPr>
        <dsp:cNvPr id="0" name=""/>
        <dsp:cNvSpPr/>
      </dsp:nvSpPr>
      <dsp:spPr>
        <a:xfrm>
          <a:off x="9400142" y="2275486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9572737" y="2273043"/>
        <a:ext cx="18167" cy="18167"/>
      </dsp:txXfrm>
    </dsp:sp>
    <dsp:sp modelId="{9813F150-9082-4B5D-A1F7-A3BDAAE7BEF9}">
      <dsp:nvSpPr>
        <dsp:cNvPr id="0" name=""/>
        <dsp:cNvSpPr/>
      </dsp:nvSpPr>
      <dsp:spPr>
        <a:xfrm>
          <a:off x="9763501" y="2055027"/>
          <a:ext cx="908398" cy="454199"/>
        </a:xfrm>
        <a:prstGeom prst="roundRect">
          <a:avLst>
            <a:gd name="adj" fmla="val 10000"/>
          </a:avLst>
        </a:prstGeom>
        <a:solidFill>
          <a:srgbClr val="33CC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Rounded MT Bold" panose="020F0704030504030204" pitchFamily="34" charset="0"/>
            </a:rPr>
            <a:t>CONFIRM</a:t>
          </a:r>
          <a:endParaRPr lang="en-IN" sz="1000" kern="1200" dirty="0">
            <a:latin typeface="Arial Rounded MT Bold" panose="020F0704030504030204" pitchFamily="34" charset="0"/>
          </a:endParaRPr>
        </a:p>
      </dsp:txBody>
      <dsp:txXfrm>
        <a:off x="9776804" y="2068330"/>
        <a:ext cx="881792" cy="427593"/>
      </dsp:txXfrm>
    </dsp:sp>
    <dsp:sp modelId="{F1ED91FE-5613-4E0D-BD36-40E9EED1D6E0}">
      <dsp:nvSpPr>
        <dsp:cNvPr id="0" name=""/>
        <dsp:cNvSpPr/>
      </dsp:nvSpPr>
      <dsp:spPr>
        <a:xfrm>
          <a:off x="10671899" y="2275486"/>
          <a:ext cx="235911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230062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0783957" y="2276229"/>
        <a:ext cx="11795" cy="11795"/>
      </dsp:txXfrm>
    </dsp:sp>
    <dsp:sp modelId="{16297225-1BFB-4A87-AB2F-74CA1AFCCDF0}">
      <dsp:nvSpPr>
        <dsp:cNvPr id="0" name=""/>
        <dsp:cNvSpPr/>
      </dsp:nvSpPr>
      <dsp:spPr>
        <a:xfrm>
          <a:off x="10907810" y="1941330"/>
          <a:ext cx="1077442" cy="681594"/>
        </a:xfrm>
        <a:prstGeom prst="roundRect">
          <a:avLst>
            <a:gd name="adj" fmla="val 10000"/>
          </a:avLst>
        </a:prstGeom>
        <a:solidFill>
          <a:srgbClr val="00FFFF"/>
        </a:solidFill>
        <a:ln w="57150" cap="flat" cmpd="sng" algn="ctr">
          <a:solidFill>
            <a:schemeClr val="bg1"/>
          </a:solidFill>
          <a:prstDash val="solid"/>
          <a:miter lim="800000"/>
        </a:ln>
        <a:effectLst>
          <a:glow rad="101600">
            <a:srgbClr val="00FFFF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u="none" kern="1200" baseline="0" dirty="0">
              <a:latin typeface="Arial Rounded MT Bold" panose="020F0704030504030204" pitchFamily="34" charset="0"/>
            </a:rPr>
            <a:t>GET ITEM BACK</a:t>
          </a:r>
          <a:endParaRPr lang="en-IN" sz="1050" u="none" kern="1200" baseline="0" dirty="0">
            <a:latin typeface="Arial Rounded MT Bold" panose="020F0704030504030204" pitchFamily="34" charset="0"/>
          </a:endParaRPr>
        </a:p>
      </dsp:txBody>
      <dsp:txXfrm>
        <a:off x="10927773" y="1961293"/>
        <a:ext cx="1037516" cy="641668"/>
      </dsp:txXfrm>
    </dsp:sp>
    <dsp:sp modelId="{2F5C1D02-D829-4915-BEF4-C9A5D553102A}">
      <dsp:nvSpPr>
        <dsp:cNvPr id="0" name=""/>
        <dsp:cNvSpPr/>
      </dsp:nvSpPr>
      <dsp:spPr>
        <a:xfrm rot="4178349">
          <a:off x="6194362" y="3481696"/>
          <a:ext cx="1044341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1018448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6690424" y="3462227"/>
        <a:ext cx="52217" cy="52217"/>
      </dsp:txXfrm>
    </dsp:sp>
    <dsp:sp modelId="{5F702A38-E744-4163-BFA1-D314CC66D678}">
      <dsp:nvSpPr>
        <dsp:cNvPr id="0" name=""/>
        <dsp:cNvSpPr/>
      </dsp:nvSpPr>
      <dsp:spPr>
        <a:xfrm>
          <a:off x="6898213" y="3750782"/>
          <a:ext cx="908398" cy="45419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Rounded MT Bold" panose="020F0704030504030204" pitchFamily="34" charset="0"/>
            </a:rPr>
            <a:t>ELSE:</a:t>
          </a:r>
          <a:endParaRPr lang="en-IN" sz="1000" kern="1200" dirty="0">
            <a:latin typeface="Arial Rounded MT Bold" panose="020F0704030504030204" pitchFamily="34" charset="0"/>
          </a:endParaRPr>
        </a:p>
      </dsp:txBody>
      <dsp:txXfrm>
        <a:off x="6911516" y="3764085"/>
        <a:ext cx="881792" cy="427593"/>
      </dsp:txXfrm>
    </dsp:sp>
    <dsp:sp modelId="{0AE8C29F-3830-4B2E-A50E-4D9F6975C331}">
      <dsp:nvSpPr>
        <dsp:cNvPr id="0" name=""/>
        <dsp:cNvSpPr/>
      </dsp:nvSpPr>
      <dsp:spPr>
        <a:xfrm>
          <a:off x="7806611" y="3971241"/>
          <a:ext cx="363359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354350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7979207" y="3968798"/>
        <a:ext cx="18167" cy="18167"/>
      </dsp:txXfrm>
    </dsp:sp>
    <dsp:sp modelId="{2FAD9217-F3F0-40DF-BD91-A64DAB4E3C2A}">
      <dsp:nvSpPr>
        <dsp:cNvPr id="0" name=""/>
        <dsp:cNvSpPr/>
      </dsp:nvSpPr>
      <dsp:spPr>
        <a:xfrm>
          <a:off x="8169970" y="3750782"/>
          <a:ext cx="908398" cy="45419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All The Best!</a:t>
          </a:r>
          <a:endParaRPr lang="en-IN" sz="1000" kern="120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8183273" y="3764085"/>
        <a:ext cx="881792" cy="427593"/>
      </dsp:txXfrm>
    </dsp:sp>
    <dsp:sp modelId="{6F795F3A-036E-4586-9348-6A3685D31747}">
      <dsp:nvSpPr>
        <dsp:cNvPr id="0" name=""/>
        <dsp:cNvSpPr/>
      </dsp:nvSpPr>
      <dsp:spPr>
        <a:xfrm rot="3765554">
          <a:off x="555411" y="3939647"/>
          <a:ext cx="1839616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1824394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429229" y="3900297"/>
        <a:ext cx="91980" cy="91980"/>
      </dsp:txXfrm>
    </dsp:sp>
    <dsp:sp modelId="{EAD2E9AD-7F18-450B-94AD-6271E8E59122}">
      <dsp:nvSpPr>
        <dsp:cNvPr id="0" name=""/>
        <dsp:cNvSpPr/>
      </dsp:nvSpPr>
      <dsp:spPr>
        <a:xfrm>
          <a:off x="1896244" y="4536981"/>
          <a:ext cx="1069439" cy="454199"/>
        </a:xfrm>
        <a:prstGeom prst="roundRect">
          <a:avLst>
            <a:gd name="adj" fmla="val 10000"/>
          </a:avLst>
        </a:prstGeom>
        <a:solidFill>
          <a:srgbClr val="00F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Rounded MT Bold" panose="020F0704030504030204" pitchFamily="34" charset="0"/>
            </a:rPr>
            <a:t>YOUR REPORTS</a:t>
          </a:r>
          <a:endParaRPr lang="en-IN" sz="1000" kern="1200" dirty="0"/>
        </a:p>
      </dsp:txBody>
      <dsp:txXfrm>
        <a:off x="1909547" y="4550284"/>
        <a:ext cx="1042833" cy="427593"/>
      </dsp:txXfrm>
    </dsp:sp>
    <dsp:sp modelId="{34E4E09E-2438-44AF-84F5-0B074046442A}">
      <dsp:nvSpPr>
        <dsp:cNvPr id="0" name=""/>
        <dsp:cNvSpPr/>
      </dsp:nvSpPr>
      <dsp:spPr>
        <a:xfrm>
          <a:off x="2965683" y="4757441"/>
          <a:ext cx="684350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667383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3290750" y="4746972"/>
        <a:ext cx="34217" cy="34217"/>
      </dsp:txXfrm>
    </dsp:sp>
    <dsp:sp modelId="{5D9BCFD0-DE79-4AC4-96AF-FC1906FC628E}">
      <dsp:nvSpPr>
        <dsp:cNvPr id="0" name=""/>
        <dsp:cNvSpPr/>
      </dsp:nvSpPr>
      <dsp:spPr>
        <a:xfrm>
          <a:off x="3650034" y="4536981"/>
          <a:ext cx="908398" cy="454199"/>
        </a:xfrm>
        <a:prstGeom prst="roundRect">
          <a:avLst>
            <a:gd name="adj" fmla="val 10000"/>
          </a:avLst>
        </a:prstGeom>
        <a:solidFill>
          <a:srgbClr val="33CCFF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Arial Rounded MT Bold" panose="020F0704030504030204" pitchFamily="34" charset="0"/>
              <a:ea typeface="+mn-ea"/>
              <a:cs typeface="+mn-cs"/>
            </a:rPr>
            <a:t>SHOWS ITEMS YOU REPORTED</a:t>
          </a:r>
          <a:endParaRPr lang="en-IN" sz="900" kern="1200" dirty="0">
            <a:solidFill>
              <a:prstClr val="white"/>
            </a:solidFill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3663337" y="4550284"/>
        <a:ext cx="881792" cy="427593"/>
      </dsp:txXfrm>
    </dsp:sp>
    <dsp:sp modelId="{BE601119-F427-4238-B237-275C281D81BA}">
      <dsp:nvSpPr>
        <dsp:cNvPr id="0" name=""/>
        <dsp:cNvSpPr/>
      </dsp:nvSpPr>
      <dsp:spPr>
        <a:xfrm rot="4660169">
          <a:off x="-19622" y="4455757"/>
          <a:ext cx="2730800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2590098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oval" w="med" len="med"/>
          <a:tailEnd type="oval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1277508" y="4394128"/>
        <a:ext cx="136540" cy="136540"/>
      </dsp:txXfrm>
    </dsp:sp>
    <dsp:sp modelId="{91D80FAA-CE98-4830-B96E-84549A5DABBF}">
      <dsp:nvSpPr>
        <dsp:cNvPr id="0" name=""/>
        <dsp:cNvSpPr/>
      </dsp:nvSpPr>
      <dsp:spPr>
        <a:xfrm>
          <a:off x="1637360" y="5569201"/>
          <a:ext cx="908398" cy="454199"/>
        </a:xfrm>
        <a:prstGeom prst="roundRect">
          <a:avLst>
            <a:gd name="adj" fmla="val 10000"/>
          </a:avLst>
        </a:prstGeom>
        <a:solidFill>
          <a:srgbClr val="FF66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Rounded MT Bold" panose="020F0704030504030204" pitchFamily="34" charset="0"/>
            </a:rPr>
            <a:t>HISTORY</a:t>
          </a:r>
          <a:endParaRPr lang="en-IN" sz="700" kern="1200" dirty="0">
            <a:latin typeface="Arial Rounded MT Bold" panose="020F0704030504030204" pitchFamily="34" charset="0"/>
          </a:endParaRPr>
        </a:p>
      </dsp:txBody>
      <dsp:txXfrm>
        <a:off x="1650663" y="5582504"/>
        <a:ext cx="881792" cy="427593"/>
      </dsp:txXfrm>
    </dsp:sp>
    <dsp:sp modelId="{A0422C36-4A3B-4D0C-9DD4-0C77AF380F05}">
      <dsp:nvSpPr>
        <dsp:cNvPr id="0" name=""/>
        <dsp:cNvSpPr/>
      </dsp:nvSpPr>
      <dsp:spPr>
        <a:xfrm>
          <a:off x="2545758" y="5789661"/>
          <a:ext cx="816940" cy="13280"/>
        </a:xfrm>
        <a:custGeom>
          <a:avLst/>
          <a:gdLst/>
          <a:ahLst/>
          <a:cxnLst/>
          <a:rect l="0" t="0" r="0" b="0"/>
          <a:pathLst>
            <a:path>
              <a:moveTo>
                <a:pt x="0" y="6475"/>
              </a:moveTo>
              <a:lnTo>
                <a:pt x="796686" y="6475"/>
              </a:lnTo>
            </a:path>
          </a:pathLst>
        </a:custGeom>
        <a:noFill/>
        <a:ln w="38100" cap="flat" cmpd="sng" algn="ctr">
          <a:solidFill>
            <a:prstClr val="white"/>
          </a:solidFill>
          <a:prstDash val="solid"/>
          <a:miter lim="800000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2933805" y="5775877"/>
        <a:ext cx="40847" cy="40847"/>
      </dsp:txXfrm>
    </dsp:sp>
    <dsp:sp modelId="{D4681E40-2452-40E1-A146-09212DB7ADD4}">
      <dsp:nvSpPr>
        <dsp:cNvPr id="0" name=""/>
        <dsp:cNvSpPr/>
      </dsp:nvSpPr>
      <dsp:spPr>
        <a:xfrm>
          <a:off x="3362699" y="5441033"/>
          <a:ext cx="1425304" cy="710535"/>
        </a:xfrm>
        <a:prstGeom prst="roundRect">
          <a:avLst>
            <a:gd name="adj" fmla="val 10000"/>
          </a:avLst>
        </a:prstGeom>
        <a:solidFill>
          <a:srgbClr val="FF66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 Rounded MT Bold" panose="020F0704030504030204" pitchFamily="34" charset="0"/>
            </a:rPr>
            <a:t>SHOWS HISTORY OF SUCCESSFUL MATCHES THROUGH THE APP</a:t>
          </a:r>
          <a:endParaRPr lang="en-IN" sz="1000" kern="1200" dirty="0">
            <a:latin typeface="Arial Rounded MT Bold" panose="020F0704030504030204" pitchFamily="34" charset="0"/>
          </a:endParaRPr>
        </a:p>
      </dsp:txBody>
      <dsp:txXfrm>
        <a:off x="3383510" y="5461844"/>
        <a:ext cx="1383682" cy="668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3FC1-31BA-33B7-3B8A-6B710822E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B86E6-6CFD-2BF7-BC8D-60860E52B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F46A-D760-892C-24D6-82D0054C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BD10-72D8-CDD0-6CE6-733C2E61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C5CD4-F654-0C9F-BFC4-D554E052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EE51-6EC2-48AF-C77A-BC6131333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8DC33-FA50-1219-B83A-9E8617B0F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83C02-C033-D41C-1471-ACFA984D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C83FF-9F92-72D6-57F9-712E7A4A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9C5D-8BFF-19A9-49CC-2E3932DE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93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8448-B6B4-3E4C-903E-4E010C4E9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A8539-1F1E-1B4F-1317-8E03047C9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A0F3A-6DC3-C86F-615E-B1AC854D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56C61-049C-30E0-95D4-058560FA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D56AE-50D4-6295-4D3E-8E56E624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29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4834-D462-F893-679C-DD5229E8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AA456-D4ED-B2D9-8028-A0515189B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76AD0-75F4-4E80-A567-537EA2D38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94719-E083-BA25-892F-9DA579BB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EB89A-6DEB-CA92-9398-952C5805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AD79C-1653-8CA5-4127-B06142DE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0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2212-3ADE-0D8D-34F5-DEF8A548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C5561-34A6-3431-008B-BBCBA65C2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93334-EE2C-E310-686E-B81AC51F3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86147-A4FF-60BC-8722-68FED4ED9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9EB5F-35FA-292C-821E-14E99BA3A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C7DB9-64AE-82B3-62A3-BAE8093C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4280A-6254-1B88-3686-CC49332F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6384B-E958-46BF-F8AB-905267AC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69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09FC-1E09-A871-DAB2-5436EFCF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FA12F-C66B-727D-EDF4-78760395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45402-C13C-2CFA-3535-4FA6B8DF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087FF-C929-D2DD-53F8-4E90A788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0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B2F28-326A-5182-2C93-0C12CA0E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7D1AB-2FA2-D3E8-503B-10141C5B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374CA-C580-11FF-7611-FB07C61C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67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427F-C085-2F45-918A-8A86A994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7C0A-6869-D3E2-A12F-4ABD0D55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B6DA9-A89D-8922-B5E6-9E812C57A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7ACDE-A20B-07C4-9E6F-BCFE9C75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863EA-B124-C67A-CB84-FC840E07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4A555-C16B-7E11-E85F-39755AFF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9D29-5D1A-490A-A616-9722108F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F2A502-6C74-B213-0B6A-01A74938A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A0E35-C00D-7F2E-B401-99E533BF0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647AC-DC5E-5E4D-B87B-7875C91C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10C40-3807-1D7B-6367-A93B3FBD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F473F-0DF1-7111-7053-5DB238F7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38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4113-376C-BB7C-A510-F82ABDFD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7B051-07E0-FA9F-4D56-F9315D8CA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5839-73DE-C493-CF36-EC0C1C72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56C26-FA6F-182F-7B60-EAC72676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8C448-76A1-2B1F-E810-88C6B3D1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85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D12C5-9628-EC7B-AD2E-C8523B46FA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E79D1-9DD3-EA36-0221-B1EC071A6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89EF0-B650-EC65-F579-0A0D5A32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328C4-20DA-2C2C-41BC-B4B2F8A2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2BFB-65CE-2A54-230B-A1F916DF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0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31CFE-9389-17EB-D6BD-42EE6FB6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15689-07D4-E3A7-1AB7-51F86D4D9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C4B2C-D6A7-E28E-E8CC-C870A2CD1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63DC0-E3E0-4604-82CA-9DCED03AD35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22C0-DBF1-4599-59BD-15CE86028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C8E7-255A-571B-F72B-D8D54797E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09111-A447-4407-9140-6B06B57C1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15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5711853-8C42-87DD-41A6-EFF18A4804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8351032"/>
              </p:ext>
            </p:extLst>
          </p:nvPr>
        </p:nvGraphicFramePr>
        <p:xfrm>
          <a:off x="68580" y="0"/>
          <a:ext cx="12123420" cy="615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016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4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KNIGHT RAPTORIS</dc:creator>
  <cp:lastModifiedBy>KNIGHT RAPTORIS</cp:lastModifiedBy>
  <cp:revision>12</cp:revision>
  <dcterms:created xsi:type="dcterms:W3CDTF">2026-09-14T04:58:21Z</dcterms:created>
  <dcterms:modified xsi:type="dcterms:W3CDTF">2026-09-14T05:17:44Z</dcterms:modified>
</cp:coreProperties>
</file>