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6DDC30-0090-A5B2-9CC3-E9550C099E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677C1-B79A-7646-BE53-20547139B4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00242-7AF4-DE5C-6672-DD12F8C3A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661DA-1A36-6869-353F-B15806D39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4D515-70FF-5E17-F18A-4C3E3D53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99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35301-EB3A-5820-B8EC-33407AC14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D0646D-BB25-2E35-BC84-4F7C36EBF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C7A08-FD2F-A2BD-4EC9-E7BA827EC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D8DB9-8CD3-C0F5-3CB6-7966242A9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36A1B-A9E6-7D5B-FF9A-1257E993A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0663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03FB7-088A-0D9A-BE2C-DFC13676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A5EA7-BAC9-92C8-48BC-4F81E68EC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3F84B-01D0-10B4-29B1-DAC533BE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3FD65-F99B-6BBB-DA49-12DCC20BB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50340B-8AA4-E04F-5A35-B82022EA4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771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EB6E-BB50-98DD-30A5-28B10446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4062DA-A877-04DA-7CC1-10F53F70B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A9D10-BD47-7A75-B28E-F049FF586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172F19-D132-C67F-E659-AD71074334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72A028-3677-B769-F5DB-AD3FD4FB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07E9BF-865B-4291-30E6-103369DBD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0115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D89FF-3D99-C767-9128-E0767FB42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ED809-B470-77DB-11D4-276DB76B54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06ABD2-9446-4C2E-D174-86542C1F5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028B76-51B3-C4A5-7E81-9575197A5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14806-FAD0-4530-37D0-FC9F4CAA9B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89971D-1336-2775-2E81-A5B1A91AF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22E058-B75C-0A85-C7A4-87CCCE353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28FE2A-F521-9233-D363-C0C2B9EF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6100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F036-8534-0A65-3AB2-BEB4456C46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929D0-829F-6D5A-90D0-E6396781F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9215A-176F-FCE3-6D11-257E4AE24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0FAF16-BED1-AB23-5E20-ED9A2797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063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D40550-2472-8C4C-2D01-4D2DCA21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4D7EC-59F1-F80C-65EE-E567EB750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20FC6D-0104-7A0A-4BC7-5A7B8114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764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D5025-0509-8CB1-9A20-6CBF26AE0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E4FF89-7F5E-E98C-151E-81DD27C252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BD8CA8-8098-D6CA-C237-1E5D110843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7D478-B302-672F-097D-57ACDA070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50CCAA-1A54-C182-9773-912708F64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49FB8E-2EBB-2189-D8B8-21F68D2C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502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963A3-07EF-4622-16ED-BD384D7A7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BE15A7-2AD0-3EAF-0D91-657CA370A8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2413D-3193-B620-6993-77B9A7B6ED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10450B-6CE4-5C83-2DB9-DCB78942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F28BF5-E492-0F49-287D-91ADABBFD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42C94-E7E0-6205-385C-08041016C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753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CD32E-3DEB-3122-B4FF-57E3FB834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02BD14-AE51-A002-4AA1-51A859ADF9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4FF09-6818-DE0F-D01E-28F2891D3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2E69D-BDBC-7D24-8355-68CE83302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EF299-C873-B9A5-692D-02C52FEB8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1928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9B4F9-2E87-5BC8-BAD0-34EEA1CE4A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863BD-021D-4630-6E81-9B14C4A94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0DB53E-8610-482E-6764-198FA9AE0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F8C49-70BB-A27E-5131-BECA8847E1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11775D-C7DA-DFFD-34A7-686F21648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7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3A932A0-4AB2-0E90-DD80-A6E9AC565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FF3B1-DE9A-C013-6E0C-EC41AD2CD9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63B6E-18B5-F2D5-2861-FD41AD0818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42590-4DEF-48AA-99F2-187A1D1726FF}" type="datetimeFigureOut">
              <a:rPr lang="en-IN" smtClean="0"/>
              <a:t>14-09-2026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7D4FB0-1D2E-6F5D-7AEC-9BAA73DD3C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716301-8663-8E96-6F14-3811A065C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DB4D1C-20F1-49FB-A8D6-A8CA06B1D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2826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ustom Logo Insulated Steel Water Bottles | 500ml Bliss">
            <a:extLst>
              <a:ext uri="{FF2B5EF4-FFF2-40B4-BE49-F238E27FC236}">
                <a16:creationId xmlns:a16="http://schemas.microsoft.com/office/drawing/2014/main" id="{091F487B-A4FB-F905-D5D5-27A334A5A6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D7B3E3-B505-FCC5-2BBB-08B2625FDE5F}"/>
              </a:ext>
            </a:extLst>
          </p:cNvPr>
          <p:cNvSpPr txBox="1"/>
          <p:nvPr/>
        </p:nvSpPr>
        <p:spPr>
          <a:xfrm>
            <a:off x="7048869" y="3831150"/>
            <a:ext cx="1811046" cy="827603"/>
          </a:xfrm>
          <a:prstGeom prst="roundRect">
            <a:avLst>
              <a:gd name="adj" fmla="val 37772"/>
            </a:avLst>
          </a:prstGeom>
          <a:solidFill>
            <a:schemeClr val="bg1"/>
          </a:solidFill>
          <a:ln w="38100" cmpd="tri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n>
                  <a:solidFill>
                    <a:schemeClr val="tx1"/>
                  </a:solidFill>
                  <a:prstDash val="dash"/>
                </a:ln>
                <a:solidFill>
                  <a:srgbClr val="0070C0"/>
                </a:solidFill>
                <a:latin typeface="Arial Rounded MT Bold" panose="020F0704030504030204" pitchFamily="34" charset="0"/>
              </a:rPr>
              <a:t>I FOUND THIS!</a:t>
            </a:r>
            <a:endParaRPr lang="en-IN" dirty="0">
              <a:ln>
                <a:solidFill>
                  <a:schemeClr val="tx1"/>
                </a:solidFill>
                <a:prstDash val="dash"/>
              </a:ln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0235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CB36EC-2A9F-2216-3D3A-41002199B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300" y="0"/>
            <a:ext cx="68834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538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Beats Vs. Bose: Which Noise-Cancelling Headphones Are Best?">
            <a:extLst>
              <a:ext uri="{FF2B5EF4-FFF2-40B4-BE49-F238E27FC236}">
                <a16:creationId xmlns:a16="http://schemas.microsoft.com/office/drawing/2014/main" id="{1C9BBF13-FB74-D03E-E4C8-DAE355B4D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2663" y="0"/>
            <a:ext cx="51450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3970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olding Calculator Stock Photos, Images and Backgrounds for Free Download">
            <a:extLst>
              <a:ext uri="{FF2B5EF4-FFF2-40B4-BE49-F238E27FC236}">
                <a16:creationId xmlns:a16="http://schemas.microsoft.com/office/drawing/2014/main" id="{EAFF98AA-2C0C-2F14-50F5-E4D406E61C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5688" y="1762125"/>
            <a:ext cx="5000625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23751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9653C6-99E9-AE9A-9335-FF5136C6FA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8125" y="0"/>
            <a:ext cx="38557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342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KNKG Shift Backpack 27L Review (HONEST Pros &amp; Cons) - Nomads Nation">
            <a:extLst>
              <a:ext uri="{FF2B5EF4-FFF2-40B4-BE49-F238E27FC236}">
                <a16:creationId xmlns:a16="http://schemas.microsoft.com/office/drawing/2014/main" id="{70C618D1-ACE0-1180-B9A0-A663F52F7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500" y="0"/>
            <a:ext cx="10287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49520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Best wireless gaming mouse in 2026: These are the cordless rodents we love  getting our mitts on | PC Gamer">
            <a:extLst>
              <a:ext uri="{FF2B5EF4-FFF2-40B4-BE49-F238E27FC236}">
                <a16:creationId xmlns:a16="http://schemas.microsoft.com/office/drawing/2014/main" id="{4DE4148D-7A28-8F40-034E-7584CE4954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62" r="34051"/>
          <a:stretch>
            <a:fillRect/>
          </a:stretch>
        </p:blipFill>
        <p:spPr bwMode="auto">
          <a:xfrm>
            <a:off x="3394229" y="214313"/>
            <a:ext cx="4524653" cy="6429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6091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Young man kneels in grassy field holding up pair of worn blue running shoes  under clear blue sky 80389477 Stock Photo at Vecteezy">
            <a:extLst>
              <a:ext uri="{FF2B5EF4-FFF2-40B4-BE49-F238E27FC236}">
                <a16:creationId xmlns:a16="http://schemas.microsoft.com/office/drawing/2014/main" id="{470EA6CA-5170-1820-74A0-C820EF326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1475" y="0"/>
            <a:ext cx="3827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826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3,800+ Hand Holding Usb Stock Photos and Royalty-Free Pictures - iStock">
            <a:extLst>
              <a:ext uri="{FF2B5EF4-FFF2-40B4-BE49-F238E27FC236}">
                <a16:creationId xmlns:a16="http://schemas.microsoft.com/office/drawing/2014/main" id="{E6D59373-5C84-24E0-B903-C686251317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22" t="14211" r="29390" b="42132"/>
          <a:stretch>
            <a:fillRect/>
          </a:stretch>
        </p:blipFill>
        <p:spPr bwMode="auto">
          <a:xfrm>
            <a:off x="4051177" y="1864312"/>
            <a:ext cx="3246268" cy="1908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413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4</Words>
  <Application>Microsoft Office PowerPoint</Application>
  <PresentationFormat>Widescreen</PresentationFormat>
  <Paragraphs>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Rounded MT Bold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KNIGHT RAPTORIS</dc:creator>
  <cp:lastModifiedBy>KNIGHT RAPTORIS</cp:lastModifiedBy>
  <cp:revision>1</cp:revision>
  <dcterms:created xsi:type="dcterms:W3CDTF">2026-09-14T00:56:22Z</dcterms:created>
  <dcterms:modified xsi:type="dcterms:W3CDTF">2026-09-14T01:11:22Z</dcterms:modified>
</cp:coreProperties>
</file>